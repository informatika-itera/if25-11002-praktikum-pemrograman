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Perulangan (Loop) - Bagian 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3108960"/>
            <a:ext cx="31089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43600" y="324612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5;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 2 3 4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Loop Trace dan Counting sudah dibahas. Di praktikum: IMPLEMENTASI for, while, do-while.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Loop trace 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Counting iterations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perulangan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Flowchart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Analisis kondisi berhenti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 for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 while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Syntax do-while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Kapan pakai yang mana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Debugging infinite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Trace table di teori → Verifikasi dengan output program di praktikum!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 Pertemuan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Percabangan yang sudah dipelajari: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Memilih 1 dari 2 jalur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switch-case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Memilih dari banyak nilai pasti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 (?:)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651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Shortcut if-else 1 baris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Masalah Baru: Bagaimana MENGULANGI kode?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Cetak 1 sampai 5 tanpa loop: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1 &lt;&lt; " " &lt;&lt; 2 &lt;&lt; " " &lt;&lt; 3 &lt;&lt; " " &lt;&lt; 4 &lt;&lt; " " &lt;&lt; 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Bagaimana kalau 1 sampai 1000? 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Jawabannya: LOOP!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matematika, statistika, algoritma dan sistem komputer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5: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for loop untuk iterasi dengan jumlah yang diketahui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468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971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971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while loop untuk iterasi dengan kondisi tertentu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2971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do-while loop untuk iterasi minimal satu kali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886200"/>
            <a:ext cx="54864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9776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perbedaan dan kapan menggunakan setiap jenis loop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percabangan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cetak 1-100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880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for, while, do-while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66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251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Konsep Perulangan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30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 loop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478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while loop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8254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do-while loop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Kapan pakai yang mana?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Infinite loop &amp; debug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Masalah Hari Ini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mengulangi tanpa menulis ulang?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Countdown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10, 9, 8... 1, GO!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baris?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918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Tabel Perkalian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1×1 sampai 10×10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 baris?!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5176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Validasi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Ulangi sampai benar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∞ baris?!!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Solusinya: LOOP - Kode yang bisa mengulang dirinya sendiri!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20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Cetak Angka 1 sampai 10!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Mencetak angka 1 sampai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Setiap angka dipisahkan spasi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TANPA menulis cout 10 kali!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Hint: Cari tahu tentang 'for loop'!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12064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23774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1 2 3 4 5 6 7 8 9 10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Challenge: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Cetak 10, 9, 8, ... 1 (mundur)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Belum tahu caranya? Tidak apa-apa! Coba dulu, explore internet!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Apa itu Perulangan (Loop)?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Loop = Menjalankan blok kode BERULANG KALI sampai kondisi terpenuhi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Di MK Algoritma: Loop trace &amp; flowchart → Di Praktikum: for, while, do-while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Analogi Kehidupan Sehari-hari: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🏃 Lari Keliling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Lari 10 putaran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(jumlah diketahui)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Baca Buku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Baca sampai habis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(kondisi: halaman terakhir)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264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🎮 Game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sampai menang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(minimal 1x coba)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3 Jenis Loop: for (jumlah diketahui) | while (kondisi) | do-while (minimal 1x)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🔢 FOR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 for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(inisialisasi; kondisi; update)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 yang diulang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65176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Inisialisasi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Dijalankan 1x di awal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26517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Kondisi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Dicek SETIAP iterasi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&lt;= 10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65176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Dijalankan SETELAH tiap iterasi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Alur: Init → Cek Kondisi → (jika true) Jalankan Kode → Update → Cek Kondisi → ...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🔢 Contoh for Loop: Cetak 1-5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10058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5; i++)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1 2 3 4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12080" y="914400"/>
            <a:ext cx="34747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49240" y="1005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 Table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49240" y="1325880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cek 1&lt;=5 ✓ cetak 1, i++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cek 2&lt;=5 ✓ cetak 2, i++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i=3: cek 3&lt;=5 ✓ cetak 3, i++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i=4: cek 4&lt;=5 ✓ cetak 4, i++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i=5: cek 5&lt;=5 ✓ cetak 5, i++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i=6: cek 6&lt;=5 ✗ STOP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Variasi for loop: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Mundur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5; i &gt;= 1; i--)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3832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 4 3 2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886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Loncat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886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&lt;= 10; i += 2)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 2 4 6 8 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4389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4389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2; i &lt;= 10; i += 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3891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2 4 6 8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🔢 for Loop: Penjumlahan &amp; Faktorial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3774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1 sampai n: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jumlah = 0;  // akumulator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jumlah += 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"Jumlah: " &lt;&lt; jumlah;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Jumlah: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3774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Faktorial n!: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faktorial = 1;  // akumulator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faktorial *= 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"5! = " &lt;&lt; faktorial;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5! = 120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Pola Akumulasi: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Inisialisasi akumulator SEBELUM loop (jumlah = 0, faktorial = 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Update akumulator DI DALAM loop (jumlah += i, faktorial *= 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Gunakan hasil SETELAH loop selesai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WHILE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 while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while = Ulangi SELAMA kondisi masih TRUE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Inisialisasi di luar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1;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(kondisi)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  // Update di dalam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while?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Jumlah iterasi TIDAK diketahui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Berhenti saat kondisi terpenuhi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Validasi input dari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Membaca file sampai habis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Game loop (sampai kalah/menang)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Perbedaan dengan for: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for: init, kondisi, update dalam 1 baris  |  while: hanya kondisi, init &amp; update terpisah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while Loop: Validasi Input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029200" cy="27432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sampai valid (1-100):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"Masukkan nilai (1-100):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 &gt;&gt; nilai;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(nilai &lt; 1 || nilai &gt; 100)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"Invalid! Ulangi: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nilai;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"Nilai valid: " &lt;&lt; nilai;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0" y="868680"/>
            <a:ext cx="3200400" cy="20116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760720" y="960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2801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Masukkan nilai (1-100): 150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Invalid! Ulangi: -5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Invalid! Ulangi: 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valid: 75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0" y="3017520"/>
            <a:ext cx="32004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806440" y="31089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Kunci: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Tidak tahu berapa kali user salah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Loop berhenti saat input VALID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1️⃣ DO-WHILE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 do-while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do-while = Jalankan DULU, baru cek kondisi (minimal 1x eksekusi)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93192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148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kode yang diulang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PASTI dijalankan minimal 1x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(kondisi);  // Ada semicolon!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do-while?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HARUS jalankan minimal 1x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Menu program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Konfirmasi (Ya/Tidak)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Game: main dulu, tanya lagi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Input yang perlu ditampilkan dulu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931920" cy="8229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while: Cek → Jalankan → Cek → 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931920"/>
            <a:ext cx="3931920" cy="82296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3776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do-while: Jalankan → Cek → Jalankan → ...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1️⃣ do-while: Menu Program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5029200" cy="32918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144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pilihan;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"=== MENU ==="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"1. Tambah"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"2. Kurang"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"0. Keluar"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"Pilih: "; cin &gt;&gt; pilihan;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Proses pilihan...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(pilihan != 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"Program selesai!";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0" y="822960"/>
            <a:ext cx="3200400" cy="219456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760720" y="914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0" y="118872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MENU 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Tambah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Kurang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 Keluar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Pilih: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(proses...)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MENU ===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0" y="3200400"/>
            <a:ext cx="32004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06440" y="32918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Menu HARUS tampil minimal 1x,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baru tanya mau keluar atau tidak!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Perbandingan 3 Jenis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87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Aspek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987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987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987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463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iterasi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Diketahui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diketahui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Tidak diketahui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kondisi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Akhir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 eksekusi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864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Init/Update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Dalam 1 baris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Terpisah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2971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Terpisah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1-100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Validasi input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Menu program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Quick Decision: Tahu jumlah? → for | Minimal 1x? → do-while | Lainnya → while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WARNING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Infinite Loop (Loop Tak Terbatas)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🔴 Infinite Loop = Loop yang TIDAK PERNAH berhenti karena kondisi selalu TRUE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Lupa update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1;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(i &lt;= 5) {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i;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LUPA i++!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Fix: Tambahkan i++;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517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Kondisi salah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251460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(i=1; i&gt;=1; i++)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i;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8328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Fix: Pakai i &lt;= 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651760" cy="2103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Update salah arah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514600"/>
            <a:ext cx="2468880" cy="10058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9360" y="2560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(i=10; i&gt;=1; i++)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i;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21792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Fix: Pakai i-- bukan i++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Cara stop program: Ctrl+C di terminal | Close window | Task Manager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(45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 loop dasar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1-n, mundur, ganjil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while &amp; do-while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Validasi input, menu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Kombinasi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Akumulasi, faktorial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 loop counting    • for loop mundur    • while validasi    • do-while menu    • Akumulasi (sum, factorial)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Level Easy: for Loop Dasar (15')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1 sampai 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n, cetak 1 2 3 ... 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Mundur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n, cetak n n-1 n-2 ...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Ganjil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6118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n, cetak bilangan ganjil 1-n (1, 3, 5...)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Level Medium: while &amp; do-while (15')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1️⃣ Validasi Nilai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Minta input nilai (0-100).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tidak valid, minta ulangi.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nilai valid di akhir.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Gunakan: while loop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2️⃣ Menu Kalkulator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menu: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Tambah  2. Kurang  3. Keluar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Proses sesuai pilihan.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Ulangi sampai pilih Keluar.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Gunakan: do-while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3️⃣ Tebak Angka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Komputer pilih angka rahasia (1-10). User menebak sampai benar.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"Terlalu kecil", "Terlalu besar", atau "BENAR!" dan jumlah percobaan.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Level Challenge: Kombinasi (15')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Jumlah &amp; Rata-rata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 angka dari user.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jumlah dan rata-rata.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Validasi: n harus &gt; 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n=3, input: 10, 20, 30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 Jumlah=60, Rata-rata=20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960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Faktorial dengan Validasi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n, hitung 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Validasi: n harus 0-12.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tidak valid, minta ulangi.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n=5 → 5! = 120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kombinasi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Deret Fibonacci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n, cetak n suku pertama deret Fibonacci.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n=8: 0 1 1 2 3 5 8 13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F(n) = F(n-1) + F(n-2), dimana F(0)=0, F(1)=1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for, while, do-while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PENJELASAN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Perbedaan, kapan pakai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Tipe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mencetak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bilangan genap dari 2 sampai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for 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Penjelasan: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perbedaan while dan do-while?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Kapan menggunakan masing-masing?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Program Statistik Nilai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jumlah siswa (n) - validasi harus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Input nilai n siswa (validasi 0-100 per nilai)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Hitung dan tampilkan: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Nilai tertinggi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Nilai terendah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Rata-rata kelas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Jumlah yang LULUS (&gt;=75)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Jumlah yang TIDAK LULUS (&lt;75)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Menu untuk ulangi atau keluar (do-while)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Tampilkan juga persentase kelulusan!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3931920" cy="7315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206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114800"/>
            <a:ext cx="3931920" cy="7315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2062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Kriteria: for, while, do-while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Validasi input, akumulasi benar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learncpp.com/cpp-tutorial/for-statements/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cplusplus.com/doc/tutorial/control/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w3schools.com/cpp/cpp_for_loop.asp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5: Loop Trace &amp; Counting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untuk verifikasi output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only way to learn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new programming language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 by writing programs in it.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Dennis Ritchie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0" cy="11887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54480" y="37947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🔁 Loop adalah fondasi programming - kuasai ini!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🧠 Latihan membuat sempurna, bukan teori saja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Minggu depan: Nested Loop &amp; Pattern!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5: Perulangan (Loop) - Bagian 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6!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5</dc:title>
  <dc:subject>PptxGenJS Presentation</dc:subject>
  <dc:creator>PptxGenJS</dc:creator>
  <cp:lastModifiedBy>PptxGenJS</cp:lastModifiedBy>
  <cp:revision>1</cp:revision>
  <dcterms:created xsi:type="dcterms:W3CDTF">2026-02-26T06:51:17Z</dcterms:created>
  <dcterms:modified xsi:type="dcterms:W3CDTF">2026-02-26T06:51:17Z</dcterms:modified>
</cp:coreProperties>
</file>
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F97316">
              <a:alpha val="8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 (Fungsi)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743200"/>
            <a:ext cx="338328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623560" y="28803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tambah(int a, int b)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hasil = tambah(5, 3);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hasil;  // 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Modularitas dan Subprogram sudah dibahas. Di praktikum: IMPLEMENTASI function di C++.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Algoritma (Teori)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Konsep modularitas program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Pseudocode prosedur &amp; fungsi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Parameter formal vs aktual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Pass by value vs reference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Scope variabel (lokal/global)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Praktikum (Coding)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&amp; definisi function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Function dengan return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Void function (prosedur)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Parameter &amp; argument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Function overloading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Function = Blok kode yang bisa dipanggil berulang kali!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CPL06: Mampu menganalisis dan mengimplementasi konsep dasar matematika, statistika, algoritma dan sistem komputer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12: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37744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4505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Mendeklarasikan dan mendefinisikan function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24505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9077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9077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Membuat function dengan return value dan void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29077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4864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364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33649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parameter dan argument dengan benar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3364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749040"/>
            <a:ext cx="54864" cy="4114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822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38221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Membedakan pass by value dan pass by reference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38221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4206240"/>
            <a:ext cx="54864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4279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2793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 scope variabel (lokal vs global)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279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12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pembelajaran aktif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String (P11)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219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Tantangan: kode berulang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Function: deklarasi, parameter, scope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5935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function bertingkat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2793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1188720"/>
            <a:ext cx="32004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Topik Hari Ini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Mengapa Function?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21305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Syntax Function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24780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Return Value vs Void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8254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Parameter &amp; Argument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3172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Pass by Value/Reference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Scope Variabel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Masalah Hari Ini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Kode Berulang = Masalah!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Tanpa Function: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Hitung luas persegi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sisi1 = 5;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luas1 = sisi1 * sisi1;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Hitung luas persegi 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sisi2 = 8;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luas2 = sisi2 * sisi2;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Hitung luas persegi 3...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 paste terus? 😱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Dengan Function: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luasPersegi(int sisi)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sisi * sisi;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luasPersegi(5);  // 25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luasPersegi(8);  // 64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luasPersegi(10); // 100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Bersih &amp; reusable! 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Function = Kode yang DITULIS SEKALI, bisa DIPAKAI BERKALI-KALI!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15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Misi: Buat Function Kalkulator Sederhana!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4 function matematika dasar: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tambah(a, b) → mengembalikan a +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kurang(a, b) → mengembalikan a -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kali(a, b) → mengembalikan a *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bagi(a, b) → mengembalikan a / b (handle bagi 0!)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Panggil semua function di main() dengan nilai 10 dan 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2011680"/>
            <a:ext cx="3108960" cy="18288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0" y="2103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Output: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0" y="23774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+ 5 = 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10 - 5 =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* 5 = 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5 =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 Belum tahu caranya? Explore dulu, kita bahas setelah ini!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Function?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Function = Blok kode dengan nama tertentu yang menjalankan tugas spesifik dan bisa dipanggil berulang kali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Keuntungan Function: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Reusability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Tulis sekali, pakai berkali-kali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6517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548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Modularity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dipecah jadi bagian kecil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 Debug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Lebih mudah cari &amp; perbaiki error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661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548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12080" y="3657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Kode lebih mudah dibaca &amp; dipahami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Analogi: Function seperti resep masakan — tulis resepnya sekali, masak berapa kalipun!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 Function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tipe_return  nama_function(parameter1, parameter2, ...)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body function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nilai;  // jika ada return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Komponen Function: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3017520"/>
            <a:ext cx="54864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07238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tipe_return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3072384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data yang dikembalikan (int, double, void, dll)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3401568"/>
            <a:ext cx="54864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4564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nama_function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3456432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Nama function (gunakan camelCase, deskriptif)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3785616"/>
            <a:ext cx="54864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38404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384048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yang diterima function (opsional)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169664"/>
            <a:ext cx="8229600" cy="3474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4169664"/>
            <a:ext cx="54864" cy="34747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42245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7440" y="4224528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Kode yang dijalankan saat function dipanggil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4553712"/>
            <a:ext cx="54864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460857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77440" y="4608576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Nilai yang dikembalikan (wajib jika bukan void)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Function dengan Return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 yang MENGEMBALIKAN nilai ke pemanggil menggunakan keyword return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57200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91640"/>
            <a:ext cx="4297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 mengembalikan 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kuadrat(int n)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n;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 mengembalikan double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luasLingkaran(double r)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3.14159 * r * 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hasil = kuadrat(5);       // 25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luas = luasLingkaran(7); // 153.94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212080" y="1600200"/>
            <a:ext cx="347472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9496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🔑 Poin Penting: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20116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Tipe return HARUS sesuai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dengan nilai yang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dikembalikan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return langsung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mengakhiri function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Nilai return bisa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disimpan ke variabel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atau langsung dipakai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Perhatikan: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Setiap jalur eksekusi HARUS memiliki return (kecuali void)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Tipe return dan nilai return harus match: int → return int, double → return double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Void Function (Prosedur)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EC4899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void = Function yang TIDAK mengembalikan nilai. Hanya menjalankan aksi.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19456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Void function - mencetak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cetakSalam(string nama)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"Halo, " &lt;&lt; nama &lt;&lt; "!";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Tidak perlu return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garis(int panjang)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panjang; i++)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"=";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219456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9204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cetakSalam("Budi");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Output: Halo, Budi!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garis(20);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Output: ====================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cetakSalam("Ani");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Output: Halo, Ani!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Kapan Pakai Return Value vs Void?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 Value: Perlu hasil perhitungan (luas, rata-rata, faktorial)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Void: Hanya aksi tanpa hasil (cetak, tampilkan, modifikasi)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Parameter vs Argument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6012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Parameter (variabel di definisi function)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↓      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tambah(int a, int b) {   // a dan b = PARAMETER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 = 5, y = 3;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    Argument (nilai yang dikirim saat pemanggilan)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        ↓  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hasil = tambah(x, y);  // x dan y = ARGUMENT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               ↓  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tambah(10, 20);    // 10 dan 20 = ARGUMENT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611880"/>
            <a:ext cx="3931920" cy="128016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📥 Parameter (Formal)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 DEFINISI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Seperti "placeholder"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Contoh: int a, int 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3611880"/>
            <a:ext cx="3931920" cy="128016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📤 Argument (Aktual)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40233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Saat PEMANGGILAN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Nilai sesungguhnya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Contoh: x, y atau 10,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Pass by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Pass by Value = Function menerima SALINAN nilai. Perubahan TIDAK mempengaruhi variabel asli.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4592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tambahSatu(int n) {  // n = SALINAN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n + 1;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"Di dalam function: " &lt;&lt; n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n = 6, tapi x tetap 5!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 = 5;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"Sebelum: " &lt;&lt; x &lt;&lt; endl;  // 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tambahSatu(x);  // Kirim SALINAN 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"Sesudah: " &lt;&lt; x &lt;&lt; endl;  // Tetap 5!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0" y="1554480"/>
            <a:ext cx="301752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0" y="1645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Visualisasi: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92024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5  ←─ tetap 5!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↓ copy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tambahSatu():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5 → 6 (lokal)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Sebelum: 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 dalam function: 6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Sesudah: 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Default di C++: Semua parameter adalah pass by value kecuali dinyatakan lain!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Aman karena variabel asli tidak berubah. Cocok untuk: perhitungan, validasi, cetak.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Pass by Reference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EC4899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Pass by Reference = Function menerima ALAMAT variabel asli. Perubahan MEMPENGARUHI variabel asli.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4592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tambahSatu(int &amp;n) {  // &amp;n = REFERENSI!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n + 1;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"Di dalam function: " &lt;&lt; n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n dan x adalah SAMA!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 = 5;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"Sebelum: " &lt;&lt; x &lt;&lt; endl;  // 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tambahSatu(x);  // Kirim ALAMAT 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"Sesudah: " &lt;&lt; x &lt;&lt; endl;  // 6! BERUBAH!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0" y="1554480"/>
            <a:ext cx="301752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0" y="1645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Visualisasi: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92024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5 → 6  BERUBAH!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↑↓ same address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tambahSatu():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&amp;n → points to 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5 → 6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Sebelum: 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 dalam function: 6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Sesudah: 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Gunakan &amp; (ampersand) sebelum nama parameter untuk pass by reference!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Cocok untuk: swap, modifikasi array, kembalikan multiple values, efisiensi memory.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Contoh: Swap (Tukar Nilai)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19456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Pass by Value (SALAH):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657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swapWrong(int a, int b)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temp = a;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b;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temp;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a, b lokal berubah, x, y TIDAK!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 = 5, y = 10;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swapWrong(x, y);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x &lt;&lt; " " &lt;&lt; y;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Output: 5 10 (GAGAL!)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219456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4632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Pass by Reference (BENAR):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657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swapRight(int &amp;a, int &amp;b)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temp = a;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b;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temp;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a, b = referensi ke x, y!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 = 5, y = 10;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swapRight(x, y);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x &lt;&lt; " " &lt;&lt; y;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Output: 10 5 (BERHASIL!)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Perbandingan: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Pass by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Syntax: int 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Salinan nilai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Asli TIDAK berubah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3657600"/>
            <a:ext cx="3657600" cy="3200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Pass by Reference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Syntax: int &amp;a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Alamat/referensi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Asli BERUBAH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Scope Variabel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6012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globalVar = 100;  // GLOBAL - bisa diakses di mana saja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fungsiA()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lokalA = 10;  // LOKAL di fungsiA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globalVar;  // OK - akses global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lokalA;     // OK - lokal di sini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cout &lt;&lt; lokalB;  // ERROR! lokalB tidak ada di sini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fungsiB()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lokalB = 20;  // LOKAL di fungsiB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globalVar;  // OK - akses global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lokalB;     // OK - lokal di sini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cout &lt;&lt; lokalA;  // ERROR! lokalA tidak ada di sini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3931920" cy="11430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886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🌍 Global Variable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Dideklarasi di LUAR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Bisa diakses SEMUA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Hindari jika tidak perlu!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3794760"/>
            <a:ext cx="3931920" cy="11430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3886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📍 Local Variable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4160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Dideklarasi di DALAM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Hanya bisa diakses di function itu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Lebih aman dan disarankan!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Function Prototype (Deklarasi)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Prototype = Deklarasi function di awal program, definisi menyusul di bawah main()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Tanpa Prototype: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657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tambah(5, 3);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ERROR! tambah belum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dideklarasi!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tambah(int a, int b)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4632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Dengan Prototype: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874520"/>
            <a:ext cx="3657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tambah(int, int);  // PROTOTYPE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tambah(5, 3);  // OK!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tambah(int a, int b)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Prototype cukup tipe parameter saja, nama opsional: int tambah(int, int);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Default Parameter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Default Parameter = Nilai default jika argument tidak diberikan saat pemanggilan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459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parameter di AKHIR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cetakInfo(string nama, int umur = 20, string kota = "Lampung")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"Nama: " &lt;&lt; nama &lt;&lt; ", Umur: " &lt;&lt; umur &lt;&lt; ", Kota: " &lt;&lt; kota &lt;&lt; endl;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cetakInfo("Budi", 25, "Jakarta");  // Budi, 25, Jakarta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cetakInfo("Ani", 22);               // Ani, 22, Lampung (default kota)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cetakInfo("Citra");                 // Citra, 20, Lampung (default umur &amp; kota)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cetakInfo();                     // ERROR! nama wajib!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ATURAN: Default parameter HARUS di AKHIR, dari kanan ke kiri!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void f(int a, int b = 5, int c = 10);    ❌ void f(int a = 5, int b, int c);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ERRORS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 Errors Function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533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return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f() { cout &lt;&lt; 5; }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474720" y="1627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int f() { return 5; }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0080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Non-void harus return!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tidak match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f() { return 3.14; }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double f() { return 3.14; }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0" y="21214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 sesuai tipe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26700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Argument kurang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944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tambah(5); // butuh 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74720" y="2944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tambah(5, 3);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0800" y="2779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Sesuaikan parameter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3284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&amp;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6027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void swap(int a, int b)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74720" y="36027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void swap(int &amp;a, int &amp;b)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00800" y="34381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Pakai &amp; untuk ref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398678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Scope error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261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cout &lt;&lt; lokalVar; // di luar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74720" y="4261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Deklarasi di scope yang benar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0800" y="4096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scope variabel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Selalu: return type match, parameter lengkap, scope benar!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(50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 sederhana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 value &amp; void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Parameter multiple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Pass by reference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 rekursif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as parameter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Konsep yang dilatih: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Function dengan return    • Void function    • Pass by value/reference    • Default parameter    • Function dengan array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EASY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Easy: Dasar Function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Luas Persegi Panjang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luasPersegiPanjang(panjang, lebar) yang mengembalikan luas.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Celsius ke Fahrenheit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celsiusToFahrenheit(c) yang mengkonversi suhu. Formula: F = (C × 9/5) + 32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Cetak Garis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void function cetakGaris(char, panjang) yang mencetak karakter sebanyak panjang.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⭐⭐ MEDIUM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Medium: Parameter Lanjut (20')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Swap dengan Reference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swap(int &amp;a, int &amp;b) untuk menukar nilai dua variabel.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Max dari 3 Angka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max3(int a, int b, int c) yang mengembalikan nilai terbesar.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Faktorial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faktorial(int n) yang mengembalikan n! (5! = 5×4×3×2×1 = 120)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Tantang dirimu di Level Challenge!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Challenge: Lanjutan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7️⃣ Array Sum &amp; Average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2 function: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hitungSum(int arr[], int size)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→ return jumlah elemen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hitungAvg(int arr[], int size)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→ return rata-rata (double)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8️⃣ Fibonacci Rekursif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rekursif: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 fibonacci(int 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fib(0) = 0, fib(1)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fib(n) = fib(n-1) + fib(n-2)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Test: fib(10) = 55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Mini Kalkulator Lengkap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kalkulator dengan menu. Gunakan function untuk setiap operasi: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+, -, *, /, pangkat, akar kuadrat, faktorial. Validasi input dan handle pembagian 0!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6459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soal CODING (70%)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Function, parameter, return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KONSEP (30%)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Scope, pass by ref/val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931920" cy="128016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function isPrima(int 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yang mengembalikan true jika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 adalah bilangan prima.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3931920" cy="12801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perbedaan pass by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dan pass by reference?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Kapan masing-masing digunakan?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Library Matematika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dengan kumpulan function matematika: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int faktorial(int n) - hitung n!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int pangkat(int base, int exp) - hitung base^exp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bool isPrima(int n) - cek bilangan prima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int gcd(int a, int b) - Greatest Common Divisor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int lcm(int a, int b) - Least Common Multiple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double luasSegitiga(double a, double t) - luas segitiga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 double kelilingLingkaran(double r) - keliling lingkaran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8. void tampilkanDeret(int n) - cetak 1 sampai 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menu interaktif untuk memilih dan menguji setiap function!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393192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 Sebelum Pertemuan 13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📤 Submit via GDB Online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Gunakan function prototype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Validasi semua input!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- C++ How to Program, Chapter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Stroustrup - Programming Principles, Chapter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194560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learncpp.com/cpp-tutorial/introduction-to-functions/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cplusplus.com/doc/tutorial/functions/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geeksforgeeks.org/functions-in-cpp/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474720"/>
            <a:ext cx="91440" cy="1143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Pertemuan 12: Konsep Modularitas &amp; Subprogram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Prosedur dan Fungsi dalam Algoritma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Minggu depan: Rekursi (Function yang memanggil dirinya sendiri)!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Ringkasan Pertemuan 12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777240"/>
            <a:ext cx="73152" cy="4754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886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88696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Blok kode reusable dengan nama tertentu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325880"/>
            <a:ext cx="73152" cy="4754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435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 Value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4356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int/double/bool → return nilai, void → tanpa return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874520"/>
            <a:ext cx="73152" cy="4754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1984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198424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function: (tipe nama, tipe nama, ...)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423160"/>
            <a:ext cx="73152" cy="4754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532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Pass by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5328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Salinan nilai, variabel asli TIDAK berubah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2971800"/>
            <a:ext cx="73152" cy="4754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081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Pass by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08152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Gunakan &amp;, variabel asli BERUBAH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3520440"/>
            <a:ext cx="73152" cy="4754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630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363016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 (di luar) vs Lokal (di dalam function)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94360" y="42062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Template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tipe_return nama(tipe param1, tipe &amp;param2) { /* body */ return nilai; }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First, solve the problem.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Then, write the code.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John Johnson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108960"/>
            <a:ext cx="6400800" cy="13716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54480" y="324612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🧩 Function membantu kita MEMECAH masalah besar jadi bagian kecil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Setiap function = satu solusi untuk satu sub-masalah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Reuse function = kerja lebih efisien, kode lebih bersih!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F97316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12: Function (Fungsi)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13: Rekursi!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12</dc:title>
  <dc:subject>PptxGenJS Presentation</dc:subject>
  <dc:creator>PptxGenJS</dc:creator>
  <cp:lastModifiedBy>PptxGenJS</cp:lastModifiedBy>
  <cp:revision>1</cp:revision>
  <dcterms:created xsi:type="dcterms:W3CDTF">2026-03-10T05:59:47Z</dcterms:created>
  <dcterms:modified xsi:type="dcterms:W3CDTF">2026-03-10T05:59:47Z</dcterms:modified>
</cp:coreProperties>
</file>
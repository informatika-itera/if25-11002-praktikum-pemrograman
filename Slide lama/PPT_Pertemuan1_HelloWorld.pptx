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8" r:id="rId34"/>
  </p:sldIdLst>
  <p:notesMasterIdLst>
    <p:notesMasterId r:id="rId3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828800"/>
            <a:ext cx="4572000" cy="457200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7772400" y="-914400"/>
            <a:ext cx="2743200" cy="2743200"/>
          </a:xfrm>
          <a:prstGeom prst="ellipse">
            <a:avLst/>
          </a:prstGeom>
          <a:solidFill>
            <a:srgbClr val="7C3AED">
              <a:alpha val="8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06B6D4">
              <a:alpha val="8000"/>
            </a:srgbClr>
          </a:solidFill>
          <a:ln/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20040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097280"/>
            <a:ext cx="164592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457200" y="1097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IF25-11002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Praktikum Pemrograman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Pertemuan 1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0A5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Hello World: Langkah Pertama Menjadi Programmer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457200" y="3429000"/>
            <a:ext cx="228600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457200" y="36576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Program Studi Teknik Informatika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Institut Teknologi Sumatera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Semester Ganjil 2025/2026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760720" y="3291840"/>
            <a:ext cx="3108960" cy="164592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5943600" y="342900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"Hello!";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🎮 Sebelum Mulai...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Quick Poll!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685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5544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🙋  Siapa yang sudah pernah coding sebelumnya?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8229600" cy="685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23774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💻  Siapa yang punya laptop sendiri?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8229600" cy="685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32004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🎮  Siapa yang suka main game?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931920"/>
            <a:ext cx="8229600" cy="685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40233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🤔  Siapa yang penasaran bagaimana game dibuat?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Fun Fact: Mark Zuckerberg mulai coding umur 12 tahun. Tapi tidak ada kata terlambat!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Kenapa Belajar Programming?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0116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7200" y="1005840"/>
            <a:ext cx="2011680" cy="7315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188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💰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Gaji Tinggi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Fresh graduate IT: Rp 6-15 juta/bulan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005840"/>
            <a:ext cx="20116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2606040" y="1005840"/>
            <a:ext cx="2011680" cy="7315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606040" y="1188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🌍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606040" y="1828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Kerja Fleksibel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97480" y="22402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Remote work, freelance, startup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20116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754880" y="1005840"/>
            <a:ext cx="2011680" cy="731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754880" y="1188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🚀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754880" y="1828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Masa Depan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22402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AI, IoT, Metaverse butuh programmer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03720" y="1005840"/>
            <a:ext cx="20116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903720" y="1005840"/>
            <a:ext cx="201168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903720" y="11887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🧠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903720" y="1828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Problem Solving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95160" y="22402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Melatih cara berpikir logis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840480"/>
            <a:ext cx="8229600" cy="1097280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080" y="40233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Indonesia butuh 9 juta talenta digital hingga 2030. Peluang kalian BESAR!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Capaian Pembelajaran Lulusan (CPL)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Apa yang akan kalian kuasai setelah lulus?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554480"/>
            <a:ext cx="914400" cy="1463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 rot="16200000">
            <a:off x="457200" y="1554480"/>
            <a:ext cx="914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CPL06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173736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Mampu menganalisis dan mengimplementasi konsep dasar matematika, statistika, algoritma dan sistem komputer sebagai fondasi komputasional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Fondasi yang akan kalian bangun: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749040"/>
            <a:ext cx="20116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37947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🔢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7200" y="4206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Matematika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4805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Logika, aljabar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06040" y="3749040"/>
            <a:ext cx="20116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606040" y="37947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606040" y="4206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Statistika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06040" y="44805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Data, probabilitas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3749040"/>
            <a:ext cx="20116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754880" y="37947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754880" y="4206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Algoritma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44805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Langkah solusi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903720" y="3749040"/>
            <a:ext cx="20116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903720" y="37947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💻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903720" y="4206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Sistem Komputer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03720" y="44805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Hardware, software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09160" y="3703320"/>
            <a:ext cx="2194560" cy="1234440"/>
          </a:xfrm>
          <a:prstGeom prst="rect">
            <a:avLst/>
          </a:prstGeom>
          <a:solidFill>
            <a:srgbClr val="F59E0B">
              <a:alpha val="5000"/>
            </a:srgbClr>
          </a:solidFill>
          <a:ln w="381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754880" y="48920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📍 Fokus Hari Ini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Capaian Pembelajaran Mata Kuliah (CPMK)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Apa yang harus kalian kuasai di mata kuliah ini?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463040"/>
            <a:ext cx="109728" cy="15544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31520" y="1920240"/>
            <a:ext cx="640080" cy="640080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⌨️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1600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CPMK0607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17520" y="1600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MENERAPKAN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54480" y="19202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Mampu menerapkan konsep dasar algoritma dan sistem komputer untuk menyelesaikan masalah komputasi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554480" y="2514600"/>
            <a:ext cx="5486400" cy="365760"/>
          </a:xfrm>
          <a:prstGeom prst="rect">
            <a:avLst/>
          </a:prstGeom>
          <a:solidFill>
            <a:srgbClr val="3B82F6">
              <a:alpha val="8000"/>
            </a:srgbClr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691640" y="25603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Contoh: Menulis kode yang berjalan dengan benar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72400" y="2011680"/>
            <a:ext cx="731520" cy="4572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772400" y="20116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50%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8229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57200" y="3200400"/>
            <a:ext cx="109728" cy="15544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31520" y="3657600"/>
            <a:ext cx="640080" cy="640080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31520" y="3657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554480" y="3337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CPMK0608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017520" y="3337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MENJELASKAN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54480" y="36576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Mampu menjelaskan konsep dasar algoritma dan sistem komputer untuk menyelesaikan masalah komputasi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554480" y="4251960"/>
            <a:ext cx="5486400" cy="365760"/>
          </a:xfrm>
          <a:prstGeom prst="rect">
            <a:avLst/>
          </a:prstGeom>
          <a:solidFill>
            <a:srgbClr val="10B981">
              <a:alpha val="8000"/>
            </a:srgbClr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691640" y="42976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Contoh: Menjelaskan mengapa kode bekerja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772400" y="3749040"/>
            <a:ext cx="731520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772400" y="3749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50%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Sub-CPMK Pertemuan 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Target spesifik hari ini - apa yang harus kalian bisa setelah praktikum: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463040"/>
            <a:ext cx="73152" cy="10058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15544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Sub-CPMK 1.1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08960" y="15544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CPMK0607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280160" y="18288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Mampu menulis dan menjalankan program C++ sederhana yang menampilkan output ke layar menggunakan cout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0" y="1600200"/>
            <a:ext cx="1645920" cy="320040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858000" y="1600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C3 Menerapkan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67512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Bisa buat program Hello World sendiri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60604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57200" y="2606040"/>
            <a:ext cx="73152" cy="10058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0080" y="288036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008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26974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Sub-CPMK 1.2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108960" y="26974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CPMK0608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280160" y="29718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Mampu menjelaskan struktur dasar program C++ meliputi preprocessor directive, namespace, dan fungsi main()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0" y="2743200"/>
            <a:ext cx="1645920" cy="320040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858000" y="2743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C2 Memahami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675120" y="3154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Bisa jelaskan setiap baris kode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74904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457200" y="3749040"/>
            <a:ext cx="73152" cy="10058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40080" y="402336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4008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80160" y="38404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Sub-CPMK 1.3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108960" y="38404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CPMK0608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280160" y="41148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Mampu mengidentifikasi dan menjelaskan fungsi setiap komponen dalam program Hello World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58000" y="3886200"/>
            <a:ext cx="1645920" cy="320040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858000" y="3886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C4 Menganalisis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675120" y="4297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Bisa debug jika ada error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Taksonomi Bloom: C1 Mengingat → C2 Memahami → C3 Menerapkan → C4 Menganalisis → C5 Mengevaluasi → C6 Mencipta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📋 Outline Pertemuan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150 menit pembelajaran aktif (2.5 jam)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228600" cy="2286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31520" y="1554480"/>
            <a:ext cx="45720" cy="52120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05840" y="1234440"/>
            <a:ext cx="548640" cy="3657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1234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15'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37360" y="1188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🎯  Pembukaan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3736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Ice breaker, capaian pembelajaran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075688"/>
            <a:ext cx="228600" cy="22860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31520" y="2304288"/>
            <a:ext cx="45720" cy="52120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005840" y="1984248"/>
            <a:ext cx="548640" cy="3657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05840" y="198424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25'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37360" y="19385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💪  Struggle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37360" y="22585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Tantangan eksplorasi mandiri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2825496"/>
            <a:ext cx="228600" cy="2286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31520" y="3054096"/>
            <a:ext cx="45720" cy="52120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1005840" y="2734056"/>
            <a:ext cx="548640" cy="3657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05840" y="2734056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40'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737360" y="268833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 Materi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Konsep program, struktur C++, cout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3575304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731520" y="3803904"/>
            <a:ext cx="45720" cy="52120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05840" y="3483864"/>
            <a:ext cx="548640" cy="3657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005840" y="3483864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45'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737360" y="343814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⌨️  Hands-on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737360" y="375818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Latihan bertingkat Easy-Medium-Hard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4325112"/>
            <a:ext cx="228600" cy="2286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05840" y="4233672"/>
            <a:ext cx="54864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1005840" y="423367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25'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737360" y="41879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📝  Exit Ticket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737360" y="45079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 soal assessment individual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669280" y="1097280"/>
            <a:ext cx="3200400" cy="3657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5669280" y="1280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Metode Pembelajaran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669280" y="1600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Problem-First Learning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943600" y="2011680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943600" y="2011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00800" y="199339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Hadapi Masalah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0" y="21945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Sebelum teori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943600" y="2651760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5943600" y="2651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400800" y="263347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Coba Sendiri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00800" y="283464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Trial and error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943600" y="3291840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5943600" y="3291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400800" y="327355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Pahami Konsep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400800" y="34747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Aha! moment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943600" y="3931920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5943600" y="3931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400800" y="391363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Latihan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400800" y="41148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Penguatan skill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669280" y="4389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Gagal itu bagian dari proses!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🎯 HOOK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Pertanyaan Besar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Bagaimana komputer bisa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"berbicara" kepada kita?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2651760" cy="164592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28346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Instagram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Anda memiliki 99+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notifikasi baru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2743200"/>
            <a:ext cx="2651760" cy="164592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291840" y="28346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Gojek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32004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 sedang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menuju lokasi...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2743200"/>
            <a:ext cx="2651760" cy="164592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26480" y="28346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Mobile Legends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32004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VICTORY!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MVP: 12/3/8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0A5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🤔 Dari mana teks-teks itu muncul? Siapa yang menulisnya?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🎯 HOOK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💬 Diskusi 5 Menit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60020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Dari mana komputer tahu harus menampilkan teks tertentu?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40080" y="260604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260604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Bagaimana game tahu kapan menampilkan "Game Over"?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40080" y="361188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3611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361188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Siapa yang "mengajarkan" aplikasi untuk menyapa user?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4480560"/>
            <a:ext cx="8229600" cy="548640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👥 Diskusikan dengan teman sebelahmu! Tidak ada jawaban salah.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💪 STRUGGLE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Tantangan 25 Menit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Waktunya eksperimen! 🧪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8229600" cy="2011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645920"/>
            <a:ext cx="8229600" cy="914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8288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🎯 Misi Kalian: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Buka </a:t>
            </a:r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replit.com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→ Sign up dengan Google/email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Klik </a:t>
            </a:r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+ Create Repl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→ Pilih template </a:t>
            </a:r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C++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Coba tampilkan: </a:t>
            </a:r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"Halo, nama saya [NAMA KALIAN]"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 Klik tombol </a:t>
            </a:r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▶ Run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dan lihat apa yang terjadi!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794760"/>
            <a:ext cx="3931920" cy="1188720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3886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Boleh: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1605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Diskusi dan tanya teman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Eksperimen ubah-ubah kode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Buat error (belajar dari kesalahan!)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3794760"/>
            <a:ext cx="3931920" cy="1188720"/>
          </a:xfrm>
          <a:prstGeom prst="rect">
            <a:avLst/>
          </a:prstGeom>
          <a:solidFill>
            <a:srgbClr val="EF4444">
              <a:alpha val="15000"/>
            </a:srgbClr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937760" y="3886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❌ Jangan dulu: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41605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Googling tutorial/jawaban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Tanya ChatGPT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Copy-paste dari internet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💪 STRUGGLE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Kenalan dengan GDB Online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0116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371600"/>
            <a:ext cx="2011680" cy="7315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5087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Editor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Tempat menulis kode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1371600"/>
            <a:ext cx="20116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606040" y="1371600"/>
            <a:ext cx="2011680" cy="7315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606040" y="15087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▶️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606040" y="2011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Run Button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06040" y="23317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Menjalankan program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371600"/>
            <a:ext cx="20116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754880" y="1371600"/>
            <a:ext cx="201168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754880" y="15087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📺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754880" y="2011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Console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0" y="23317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Melihat output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03720" y="1371600"/>
            <a:ext cx="20116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903720" y="1371600"/>
            <a:ext cx="2011680" cy="731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903720" y="15087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📁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903720" y="2011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Files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03720" y="23317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Daftar file project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🐛 Masalah Umum Pemula: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7200" y="3566160"/>
            <a:ext cx="822960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40080" y="36301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❓ Error merah banyak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931920" y="36301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Tenang! Baca pesan errornya pelan-pelan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069080"/>
            <a:ext cx="8229600" cy="43891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40080" y="41330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❓ Program tidak jalan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931920" y="413308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Cek apakah ada tanda ; di akhir baris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572000"/>
            <a:ext cx="8229600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40080" y="46360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❓ Output tidak muncul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931920" y="46360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Pastikan ada cout di dalam main()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MATERI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Apa itu Program?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3B82F6">
              <a:alpha val="12000"/>
            </a:srgbClr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4630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Program = Kumpulan instruksi yang ditulis untuk memerintahkan komputer melakukan tugas tertentu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Analogi yang Mudah: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26517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" y="30175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👨‍🍳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Resep Masakan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Untuk koki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4023360"/>
            <a:ext cx="2286000" cy="685800"/>
          </a:xfrm>
          <a:prstGeom prst="rect">
            <a:avLst/>
          </a:prstGeom>
          <a:solidFill>
            <a:srgbClr val="F59E0B">
              <a:alpha val="10000"/>
            </a:srgbClr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41148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Potong bawang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Tumis...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2926080"/>
            <a:ext cx="26517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291840" y="30175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🎵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291840" y="34747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Partitur Musik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91840" y="37490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Untuk musisi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0" y="4023360"/>
            <a:ext cx="2286000" cy="685800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566160" y="41148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Re Mi Fa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 La Si Do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26480" y="2926080"/>
            <a:ext cx="26517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126480" y="30175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💻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126480" y="34747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Program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26480" y="37490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Untuk komputer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09360" y="4023360"/>
            <a:ext cx="2286000" cy="685800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400800" y="41148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"Hi";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0;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92608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B82F6"/>
                </a:solidFill>
              </a:rPr>
              <a:t>→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76072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B82F6"/>
                </a:solidFill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MATERI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Kenapa Belajar C++?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371600"/>
            <a:ext cx="91440" cy="73152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508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🎮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80160" y="1508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Game Industry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783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Unreal Engine, Unity (core), AAA games pakai C++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8229600" cy="731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57200" y="2240280"/>
            <a:ext cx="91440" cy="7315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2377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280160" y="2377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Performa Tinggi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26517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Lebih cepat dari Python/Java, kontrol memori langsung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57200" y="3108960"/>
            <a:ext cx="91440" cy="7315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" y="3246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🏛️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280160" y="3246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Fondasi Kuat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35204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Paham C++ = mudah belajar bahasa lain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57200" y="3977640"/>
            <a:ext cx="91440" cy="7315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40080" y="4114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💼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280160" y="4114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Industri Butuh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80160" y="43891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Embedded systems, OS, browser, database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🎯 Fun fact: Chrome, Firefox, Windows, macOS, Android (sebagian) ditulis dengan C++!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MATERI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Program Pertamamu: Hello World!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029200" cy="320040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1463040"/>
            <a:ext cx="3657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463040"/>
            <a:ext cx="42976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"Hello World!";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0" y="1371600"/>
            <a:ext cx="3200400" cy="109728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852160" y="14630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Output: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852160" y="17830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 World!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69280" y="2651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🎨 Warna = fungsi berbeda: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52160" y="3063240"/>
            <a:ext cx="228600" cy="1828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172200" y="303580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Preprocessor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52160" y="3383280"/>
            <a:ext cx="228600" cy="18288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172200" y="335584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Namespace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52160" y="3703320"/>
            <a:ext cx="228600" cy="182880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172200" y="367588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Fungsi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852160" y="4023360"/>
            <a:ext cx="228600" cy="1828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172200" y="39959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Output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52160" y="4343400"/>
            <a:ext cx="228600" cy="1828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172200" y="431596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Return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MATERI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Baris 1: #include &lt;iostream&gt;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solidFill>
            <a:srgbClr val="282C34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4173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82296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2240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Apa artinya?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#include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= "sertakan" atau "impor"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&lt;iostream&gt;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= library untuk </a:t>
            </a:r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nput/</a:t>
            </a:r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utput </a:t>
            </a:r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stream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383280"/>
            <a:ext cx="7863840" cy="777240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" y="347472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🧰 Analogi: Seperti mengimpor toolbox. Tanpa iostream, C++ tidak tahu cara menampilkan teks ke layar!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Tanpa baris ini? Program akan ERROR karena cout tidak dikenali!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MATERI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Baris 2: using namespace std;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solidFill>
            <a:srgbClr val="282C34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4173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2240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Apa artinya?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namespace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= ruang nama (pengelompokan)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std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= </a:t>
            </a:r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andar</a:t>
            </a:r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(library standar C++)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Perbandingan: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023360"/>
            <a:ext cx="3931920" cy="914400"/>
          </a:xfrm>
          <a:prstGeom prst="rect">
            <a:avLst/>
          </a:prstGeom>
          <a:solidFill>
            <a:srgbClr val="EF4444">
              <a:alpha val="10000"/>
            </a:srgbClr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48640" y="4114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Tanpa using namespace: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389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std::cout &lt;&lt; "Hello";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4023360"/>
            <a:ext cx="3931920" cy="914400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846320" y="4114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Dengan using namespace: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4389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"Hello";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MATERI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Baris 4: int main() { }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solidFill>
            <a:srgbClr val="282C34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4173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8229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2240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Apa artinya?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= tipe data yang dikembalikan (integer/bilangan bulat)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main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= nama fungsi utama (wajib ada, titik awal program)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()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= parameter (kosong = tidak ada input)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{ }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= blok kode yang dijalankan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solidFill>
            <a:srgbClr val="F59E0B">
              <a:alpha val="12000"/>
            </a:srgbClr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42062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🚪 Analogi: main() adalah pintu masuk. Komputer SELALU mulai dari sini, tidak peduli berapa banyak kode di file lain!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MATERI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Baris 5: cout &lt;&lt; "Hello World!";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solidFill>
            <a:srgbClr val="282C34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4173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"Hello World!";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8229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2240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Breakdown: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cout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= </a:t>
            </a:r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haracter </a:t>
            </a:r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put (keluaran karakter ke layar)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&lt;&lt;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= insertion operator ("kirim ke")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"Hello World!"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= string/teks yang ditampilkan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;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= akhir statement (WAJIB!)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Visualisasi: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371600" y="4480560"/>
            <a:ext cx="1371600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371600" y="4480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34640" y="45262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566160" y="4480560"/>
            <a:ext cx="2011680" cy="4572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566160" y="4480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"Hello!"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69280" y="45262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B82F6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217920" y="4480560"/>
            <a:ext cx="137160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217920" y="4480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🖥️ Layar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MATERI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Variasi Penggunaan cout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4173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"Hello";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480560" y="1417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Hello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0" y="14173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Teks biasa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38528"/>
            <a:ext cx="8229600" cy="59436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0080" y="20756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"Hello" &lt;&lt; endl;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80560" y="20756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Hello↵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207568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Dengan baris baru (endl)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596896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273405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"Hi" &lt;&lt; " World";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80560" y="273405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Hi World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273405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Gabung 2 teks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255264"/>
            <a:ext cx="8229600" cy="59436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0080" y="339242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"A" &lt;&lt; "B" &lt;&lt; "C";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80560" y="339242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ABC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339242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Gabung banyak teks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913632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40080" y="40507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"Baris1\n" &lt;&lt; "Baris2";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80560" y="40507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Baris1↵Baris2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0" y="405079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Dengan \n (newline)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572000"/>
            <a:ext cx="8229600" cy="502920"/>
          </a:xfrm>
          <a:prstGeom prst="rect">
            <a:avLst/>
          </a:prstGeom>
          <a:solidFill>
            <a:srgbClr val="3B82F6">
              <a:alpha val="12000"/>
            </a:srgbClr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40080" y="46634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endl vs \n: Keduanya membuat baris baru. endl juga flush buffer (untuk sekarang, anggap sama saja)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MATERI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Escape Characters (Karakter Khusus)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Karakter yang tidak bisa diketik langsung, diawali dengan backslash (\)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84708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84708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New line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51760" y="18470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Pindah ke baris baru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184708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"Hi\nBye"  →  Hi↵Bye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359152"/>
            <a:ext cx="8229600" cy="5486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24688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4688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51760" y="2468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Spasi tab (indent)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24688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"A\tB"  →  A    B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980944"/>
            <a:ext cx="8229600" cy="5486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" y="309067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\\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09067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Backslash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51760" y="30906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Menampilkan \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0" y="30906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"C:\\data"  →  C:\data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602736"/>
            <a:ext cx="8229600" cy="5486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40080" y="3712464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\"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371246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Double quote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651760" y="371246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Menampilkan "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0" y="371246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"Dia \"Hai\""  →  Dia "Hai"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224528"/>
            <a:ext cx="8229600" cy="5486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40080" y="4334256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\'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71600" y="433425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Single quote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651760" y="433425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Menampilkan '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0" y="433425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"It\'s"  →  It's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⚠️ Ingat: \ (backslash) berbeda dengan / (forward slash)!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MATERI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Baris 6: return 0;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solidFill>
            <a:srgbClr val="282C34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4173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0;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8229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2240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Apa artinya?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return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= mengembalikan nilai dan mengakhiri fungsi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= kode status (0 = sukses, lainnya = error)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Status codes: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114800"/>
            <a:ext cx="3931920" cy="731520"/>
          </a:xfrm>
          <a:prstGeom prst="rect">
            <a:avLst/>
          </a:prstGeom>
          <a:solidFill>
            <a:srgbClr val="10B981">
              <a:alpha val="12000"/>
            </a:srgbClr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41605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0;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44348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Program selesai dengan sukses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4114800"/>
            <a:ext cx="3931920" cy="731520"/>
          </a:xfrm>
          <a:prstGeom prst="rect">
            <a:avLst/>
          </a:prstGeom>
          <a:solidFill>
            <a:srgbClr val="EF4444">
              <a:alpha val="12000"/>
            </a:srgbClr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937760" y="41605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1;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44348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✗ Program selesai dengan error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MATERI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Dari Kode ke Program: Kompilasi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2011680" cy="2194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74320" y="1463040"/>
            <a:ext cx="2011680" cy="7315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74320" y="16459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📝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74320" y="2286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Source Code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26517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.cpp file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yang kita tulis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9456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B82F6"/>
                </a:solidFill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2514600" y="1463040"/>
            <a:ext cx="2011680" cy="2194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514600" y="1463040"/>
            <a:ext cx="201168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514600" y="16459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⚙️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2514600" y="2286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Compiler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14600" y="26517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Terjemahkan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 bahasa mesin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3484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B82F6"/>
                </a:solidFill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4754880" y="1463040"/>
            <a:ext cx="2011680" cy="2194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754880" y="1463040"/>
            <a:ext cx="2011680" cy="7315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754880" y="16459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💾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754880" y="2286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Executable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26517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Program jadi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(.exe)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7512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B82F6"/>
                </a:solidFill>
              </a:rPr>
              <a:t>→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6995160" y="1463040"/>
            <a:ext cx="2011680" cy="2194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995160" y="1463040"/>
            <a:ext cx="2011680" cy="731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995160" y="16459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🖥️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6995160" y="2286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Output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95160" y="26517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Hasil di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layar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931920"/>
            <a:ext cx="8229600" cy="1005840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40080" y="40233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Di GDB Online: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43891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Semua proses di atas terjadi otomatis saat klik tombol ▶ Run. GDB Online compile + run sekaligus!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MATERI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🐛 Error Umum Pemula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417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Lupa titik koma ;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2103120" cy="320040"/>
          </a:xfrm>
          <a:prstGeom prst="rect">
            <a:avLst/>
          </a:prstGeom>
          <a:solidFill>
            <a:srgbClr val="EF4444">
              <a:alpha val="10000"/>
            </a:srgbClr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176479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cout &lt;&lt; "Hi"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926080" y="1737360"/>
            <a:ext cx="2286000" cy="320040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017520" y="176479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cout &lt;&lt; "Hi";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394960" y="16459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Error: expected ';'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" y="2331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Lupa kurung kurawal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2651760"/>
            <a:ext cx="2103120" cy="320040"/>
          </a:xfrm>
          <a:prstGeom prst="rect">
            <a:avLst/>
          </a:prstGeom>
          <a:solidFill>
            <a:srgbClr val="EF4444">
              <a:alpha val="10000"/>
            </a:srgbClr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" y="267919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int main()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926080" y="2651760"/>
            <a:ext cx="2286000" cy="320040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017520" y="267919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int main() { }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94960" y="25603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Error: expected '{'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0080" y="3246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Salah kutip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566160"/>
            <a:ext cx="2103120" cy="320040"/>
          </a:xfrm>
          <a:prstGeom prst="rect">
            <a:avLst/>
          </a:prstGeom>
          <a:solidFill>
            <a:srgbClr val="EF4444">
              <a:alpha val="10000"/>
            </a:srgbClr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31520" y="359359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cout &lt;&lt; 'Hello';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926080" y="3566160"/>
            <a:ext cx="2286000" cy="320040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017520" y="359359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cout &lt;&lt; "Hello";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94960" y="34747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Error: multi-character constant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" y="406908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40080" y="4160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Typo cout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4480560"/>
            <a:ext cx="2103120" cy="320040"/>
          </a:xfrm>
          <a:prstGeom prst="rect">
            <a:avLst/>
          </a:prstGeom>
          <a:solidFill>
            <a:srgbClr val="EF4444">
              <a:alpha val="10000"/>
            </a:srgbClr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31520" y="450799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count &lt;&lt; ...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926080" y="4480560"/>
            <a:ext cx="2286000" cy="320040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3017520" y="450799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cout &lt;&lt; ...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394960" y="43891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Error: 'count' was not declared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💪 Error itu NORMAL! Programmer profesional juga sering typo. Yang penting: baca pesan error dengan teliti!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⌨️ HANDS-ON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Latihan Bertingkat (45 menit)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371600"/>
            <a:ext cx="2651760" cy="5029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371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EASY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468880" y="13716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15'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Output dasar, biodata sederhana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65176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291840" y="1371600"/>
            <a:ext cx="2651760" cy="5029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291840" y="1371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MEDIUM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03520" y="13716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15'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201168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Format rapi, kartu identitas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371600"/>
            <a:ext cx="265176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126480" y="1371600"/>
            <a:ext cx="2651760" cy="5029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126480" y="1371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CHALLENGE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138160" y="13716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15'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201168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ASCII art, pattern bintang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📋 Aturan: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" y="384048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Kerjakan berurutan (Easy → Medium → Challenge)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Boleh diskusi dan tanya teman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AI assistant boleh untuk memahami error (BUKAN copy-paste solusi!)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Selesai lebih cepat? Bantu teman atau eksperimen variasi!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⌨️ EASY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Level Easy: Output Dasar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0" y="320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 menit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1463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Tampilkan nama lengkap kalian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18745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Budi Santoso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40080" y="274320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2606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Tampilkan NIM di baris baru (gunakan endl)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0175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Budi Santoso↵121140001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0080" y="388620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008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3749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Tampilkan "Teknik Informatika ITERA"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41605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Teknik Informatika ITERA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Selesai semua? Lanjut ke Level Medium!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⌨️ MEDIUM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Level Medium: Kartu Identitas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0" y="320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 menit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Buat program yang menampilkan kartu seperti ini: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4114800" cy="219456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48640" y="17373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Expected Output: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KARTU MAHASISWA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Nama  : [Nama Kalian]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NIM   : [NIM Kalian]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Prodi : Teknik Informatika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691640"/>
            <a:ext cx="39319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37760" y="18288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Hints: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219456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Gunakan = untuk garis border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Gunakan spasi untuk alignment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Setiap baris = satu cout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Jangan lupa endl di setiap baris!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🎯 Bonus: Tambahkan info Asal Kota dan Hobi!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828800" cy="3200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⌨️ CHALLENGE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Level Challenge: ASCII Art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0" y="320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 menit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Pilih salah satu tantangan: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1783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🏠 Rumah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/\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 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  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|------|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[] 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|______|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69164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246120" y="1783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🌲 Pohon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214884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*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***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*****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*******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|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|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69164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035040" y="1783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😺 Kucing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214884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/\_/\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o.o 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 ^ &lt;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/|   |\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(_|   |_)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🏆 Super Challenge: Buat kreasi ASCII art kalian sendiri!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⌨️ SOLUSI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Contoh Solusi: Level Medium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029200" cy="338328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137160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&lt;iostream&gt;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namespace std;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"========================" &lt;&lt; endl;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"    KARTU MAHASISWA" &lt;&lt; endl;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"========================" &lt;&lt; endl;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"Nama  : Budi Santoso" &lt;&lt; endl;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"NIM   : 121140001" &lt;&lt; endl;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"Prodi : Teknik Informatika" &lt;&lt; endl;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 &lt;&lt; "========================" &lt;&lt; endl;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0;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0" y="1280160"/>
            <a:ext cx="3200400" cy="33832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852160" y="14173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Tips: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852160" y="1828800"/>
            <a:ext cx="28346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Hitung jumlah = untuk border yang sama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Spasi sebelum : untuk alignment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Setiap cout = 1 baris output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endl di akhir setiap cout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Indent kode di dalam { }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📝 EXIT TICKET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Assessment Individual (25 menit)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931920" cy="1828800"/>
          </a:xfrm>
          <a:prstGeom prst="rect">
            <a:avLst/>
          </a:prstGeom>
          <a:solidFill>
            <a:srgbClr val="EF4444">
              <a:alpha val="12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417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⚠️ ATURAN KETAT: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Dikerjakan SENDIRI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TANPA bantuan AI/ChatGPT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TANPA browsing internet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TANPA diskusi dengan teman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Pelanggaran = nilai 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937760" y="1417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📊 Struktur 10 Soal: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78308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 soal CODING (70%)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Sub-CPMK 1.1: Menulis program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 soal PENJELASAN (30%)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Sub-CPMK 1.2 dan 1.3: Jelaskan konsep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Contoh Tipe Soal: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3931920" cy="1188720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94360" y="3794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Coding (7 soal):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40690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Tulis program yang menampilkan: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Selamat Datang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 Praktikum Pemrograman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3703320"/>
            <a:ext cx="3931920" cy="1188720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892040" y="3794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Penjelasan (3 soal):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40690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Jelaskan apa fungsi dari: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#include &lt;iostream&gt;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dalam program C++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Referensi Belajar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7200" y="914400"/>
            <a:ext cx="91440" cy="12344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005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📖 Buku Utama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Deitel, P. (2016). C++ How to Program, 10th Edition. Pearson.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62763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Stroustrup, B. (2014). Programming: Principles and Practice Using C++.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82296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57200" y="2286000"/>
            <a:ext cx="91440" cy="12344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31520" y="2377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🌐 Website Belajar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74320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learncpp.com - Tutorial C++ lengkap dan gratis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99923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cplusplus.com - Dokumentasi dan referensi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325526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w3schools.com/cpp - Tutorial interaktif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82296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57200" y="3657600"/>
            <a:ext cx="91440" cy="12344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31520" y="3749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🔧 Tools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11480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GDB Online (onlinegdb.com) - Online IDE utama kita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437083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Replit (replit.com) - Alternatif jika diperlukan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📋 Tugas Minggu Ini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3774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914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Tugas: Kartu Perkenalan Digital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Buat program C++ yang menampilkan kartu perkenalan dengan informasi: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Header dengan border (gunakan karakter = atau *)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Nama lengkap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NIM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 Asal kota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5. Hobi (minimal 2)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6. Cita-cita setelah lulus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7. Footer dengan border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474720"/>
            <a:ext cx="3931920" cy="1280160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35661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⏰ Deadline: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88620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Sebelum Pertemuan 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Submit via GDB Online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Link: [akan dishare di grup]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3474720"/>
            <a:ext cx="3931920" cy="1280160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37760" y="35661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Kriteria Penilaian: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388620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Program berjalan tanpa error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Informasi lengkap sesuai instruksi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Format rapi dan mudah dibaca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Kreativitas dalam desain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3B82F6">
              <a:alpha val="7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7C3AED">
              <a:alpha val="7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274320" y="5486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Every expert was once a beginner.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Setiap ahli pernah menjadi pemula.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71600" y="2560320"/>
            <a:ext cx="6400800" cy="1828800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554480" y="269748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🚀  Perjalanan 1000 baris kode dimulai dari Hello World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54480" y="310896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💪  Error bukan kegagalan, tapi guru terbaik programmer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54480" y="352044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🎯  Konsistensi &gt; Bakat. Latihan setiap hari, pasti bisa!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54480" y="393192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🤝  Minta tolong itu wajar. Programmer juga sering Googling!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Kalian sudah mengambil langkah pertama hari ini. Terus semangat! 💙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1828800"/>
            <a:ext cx="5486400" cy="5486400"/>
          </a:xfrm>
          <a:prstGeom prst="ellipse">
            <a:avLst/>
          </a:prstGeom>
          <a:solidFill>
            <a:srgbClr val="3B82F6">
              <a:alpha val="7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7C3AED">
              <a:alpha val="7000"/>
            </a:srgbClr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457200"/>
            <a:ext cx="365760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Terima Kasih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3657600" y="2286000"/>
            <a:ext cx="182880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457200" y="2560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IF25-11002 Praktikum Pemrograman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Pertemuan 1: Hello World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286000" y="3474720"/>
            <a:ext cx="4572000" cy="10972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2286000" y="36118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Program Studi Teknik Informatika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Institut Teknologi Sumatera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2025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Sampai jumpa di Pertemuan 2! 👋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Praktikum Pemrograman - Pertemuan 1</dc:title>
  <dc:subject>PptxGenJS Presentation</dc:subject>
  <dc:creator>Teknik Informatika ITERA</dc:creator>
  <cp:lastModifiedBy>Teknik Informatika ITERA</cp:lastModifiedBy>
  <cp:revision>1</cp:revision>
  <dcterms:created xsi:type="dcterms:W3CDTF">2026-02-04T23:34:51Z</dcterms:created>
  <dcterms:modified xsi:type="dcterms:W3CDTF">2026-02-04T23:34:51Z</dcterms:modified>
</cp:coreProperties>
</file>
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828800"/>
            <a:ext cx="4572000" cy="4572000"/>
          </a:xfrm>
          <a:prstGeom prst="ellipse">
            <a:avLst/>
          </a:prstGeom>
          <a:solidFill>
            <a:srgbClr val="6366F1">
              <a:alpha val="1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914400" y="3657600"/>
            <a:ext cx="2743200" cy="2743200"/>
          </a:xfrm>
          <a:prstGeom prst="ellipse">
            <a:avLst/>
          </a:prstGeom>
          <a:solidFill>
            <a:srgbClr val="14B8A6">
              <a:alpha val="8000"/>
            </a:srgbClr>
          </a:solidFill>
          <a:ln/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320040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97280"/>
            <a:ext cx="164592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457200" y="1097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IF25-11002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Praktikum Pemrograman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Pertemuan 9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Array 1 Dimensi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57200" y="3429000"/>
            <a:ext cx="228600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36576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Program Studi Teknik Informatika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Institut Teknologi Sumatera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Semester Ganjil 2025/2026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0" y="2926080"/>
            <a:ext cx="3383280" cy="210312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623560" y="3063240"/>
            <a:ext cx="3108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nilai[5] = {85, 90, 78, 92, 88};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0; i &lt; 5; i++)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nilai[i] &lt;&lt; " ";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Output: 85 90 78 92 88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🔗 Sinergi dengan MK Algoritma Pemrograman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solidFill>
            <a:srgbClr val="14B8A6">
              <a:alpha val="12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0515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📎 Referensi Teori: MK Algoritma Pemrograman - Pertemuan 9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Konsep Array dan Indexing sudah dibahas. Di praktikum: IMPLEMENTASI array di C++.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39319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2011680"/>
            <a:ext cx="3931920" cy="4572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21031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Algoritma (Teori)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Konsep array &amp; indexing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Pseudocode operasi array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Algoritma searching (linear)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Algoritma sorting (bubble)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Trace table array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2011680"/>
            <a:ext cx="39319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754880" y="2011680"/>
            <a:ext cx="3931920" cy="45720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37760" y="21031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💻 Praktikum (Coding)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256032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Deklarasi &amp; inisialisasi array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Akses elemen dengan index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Input/output array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Operasi: sum, avg, max, min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Linear search implementation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Array = Fondasi struktur data! Penting untuk pemrograman lanjut.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Capaian Pembelajaran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2344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CPL06: Mampu menganalisis dan mengimplementasi konsep dasar matematika, statistika, algoritma dan sistem komputer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Sub-CPMK Pertemuan 9: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2377440"/>
            <a:ext cx="54864" cy="4114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24505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9.1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88720" y="2450592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Mendeklarasikan dan menginisialisasi array 1 dimensi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0" y="245059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8229600" cy="4114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57200" y="2834640"/>
            <a:ext cx="54864" cy="4114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" y="29077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9.2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2907792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Mengakses dan memodifikasi elemen array menggunakan index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0" y="290779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C3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57200" y="3291840"/>
            <a:ext cx="54864" cy="4114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40080" y="33649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9.3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88720" y="3364992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Melakukan operasi dasar pada array (input, output, traversal)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0" y="336499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C3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749040"/>
            <a:ext cx="8229600" cy="4114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57200" y="3749040"/>
            <a:ext cx="54864" cy="41148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0080" y="38221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9.4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88720" y="3822192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Mengimplementasikan operasi statistik (sum, avg, max, min)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0" y="382219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C48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457200" y="4206240"/>
            <a:ext cx="54864" cy="4114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40080" y="4279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9.5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88720" y="4279392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Menjelaskan konsep array dan kegunaannya dalam pemrograman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72400" y="427939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📋 Outline Pertemuan 9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150 menit pembelajaran aktif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029200" cy="5943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188720"/>
            <a:ext cx="548640" cy="59436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118872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10'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" y="1280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🔄 Review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53619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Recap UTS &amp; materi sebelumnya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5029200" cy="5943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57200" y="1874520"/>
            <a:ext cx="548640" cy="5943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7200" y="187452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15'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" y="19659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💪 Struggle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222199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Tantangan: simpan 100 nilai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560320"/>
            <a:ext cx="5029200" cy="5943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57200" y="2560320"/>
            <a:ext cx="548640" cy="5943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57200" y="256032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50'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97280" y="26517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Materi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290779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Array: deklarasi, akses, operasi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246120"/>
            <a:ext cx="5029200" cy="5943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57200" y="3246120"/>
            <a:ext cx="548640" cy="5943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57200" y="324612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50'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97280" y="33375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⌨️ Hands-on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359359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Latihan array bertingkat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931920"/>
            <a:ext cx="5029200" cy="5943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457200" y="3931920"/>
            <a:ext cx="548640" cy="5943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57200" y="393192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25'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97280" y="40233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📝 Exit Ticket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97280" y="427939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 soal assessment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669280" y="1188720"/>
            <a:ext cx="320040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669280" y="13716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🎯 Topik Hari Ini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852160" y="17830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Apa itu Array?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852160" y="213055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Deklarasi &amp; Inisialisasi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852160" y="247802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Akses dengan Index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852160" y="2825496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Input/Output Array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852160" y="317296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Operasi: sum, avg, max, min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852160" y="35204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Linear Search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🎯 Masalah Hari Ini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Bagaimana menyimpan BANYAK data?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931920" cy="228600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8745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❌ Tanpa Array: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219456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Simpan nilai 100 mahasiswa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nilai1, nilai2, nilai3;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nilai4, nilai5, nilai6;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 terus sampai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nilai99, nilai100;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100 variabel?! 😱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754880" y="1828800"/>
            <a:ext cx="3931920" cy="228600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846320" y="18745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✅ Dengan Array: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92040" y="219456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Simpan nilai 100 mahasiswa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nilai[100];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Cukup 1 baris! 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Akses: nilai[0], nilai[1], ...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  nilai[99]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🤔 Array = Kumpulan variabel dengan TIPE SAMA dalam 1 nama!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554480" cy="3200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💪 STRUGGLE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Tantangan 15 Menit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5544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🎯 Misi: Input 5 Nilai &amp; Hitung Rata-rata!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Buat program yang: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Input 5 nilai dari user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Simpan di array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Hitung dan tampilkan rata-rata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Hint: Gunakan int nilai[5]; dan loop untuk input!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2011680"/>
            <a:ext cx="3474720" cy="1828800"/>
          </a:xfrm>
          <a:prstGeom prst="rect">
            <a:avLst/>
          </a:prstGeom>
          <a:solidFill>
            <a:srgbClr val="282C34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120640" y="210312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Expected Output: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120640" y="237744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Nilai ke-1: 85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Nilai ke-2: 90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Nilai ke-3: 78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Nilai ke-4: 92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Nilai ke-5: 88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Rata-rata: 86.6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🔍 Belum tahu caranya? Explore dulu, kita bahas setelah ini!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MATERI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Apa itu Array?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solidFill>
            <a:srgbClr val="14B8A6">
              <a:alpha val="12000"/>
            </a:srgbClr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5087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📦 Array = Kumpulan elemen dengan TIPE DATA SAMA yang disimpan secara BERURUTAN di memori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Visualisasi Array: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371600" y="2926080"/>
            <a:ext cx="1097280" cy="7315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371600" y="292608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85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71600" y="37033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51760" y="2926080"/>
            <a:ext cx="1097280" cy="7315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651760" y="292608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651760" y="37033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931920" y="2926080"/>
            <a:ext cx="1097280" cy="7315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931920" y="292608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78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931920" y="37033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212080" y="2926080"/>
            <a:ext cx="1097280" cy="7315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212080" y="292608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212080" y="37033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92240" y="2926080"/>
            <a:ext cx="1097280" cy="73152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492240" y="292608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88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492240" y="37033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[4]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31089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nilai[5]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37490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Index: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4480560"/>
            <a:ext cx="8229600" cy="502920"/>
          </a:xfrm>
          <a:prstGeom prst="rect">
            <a:avLst/>
          </a:prstGeom>
          <a:solidFill>
            <a:srgbClr val="F59E0B">
              <a:alpha val="12000"/>
            </a:srgbClr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40080" y="45720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⚠️ Index dimulai dari 0! Array[5] → index valid: 0, 1, 2, 3, 4 (BUKAN 1-5!)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MATERI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Deklarasi &amp; Inisialisasi Array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5087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tipe_data nama_array[ukuran];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226771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Deklarasi saja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nilai[5];  // 5 elemen, isi random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852160" y="23774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Ukuran ditentukan, isi belum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" y="295351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Deklarasi + Inisialisasi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20040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nilai[5] = {85, 90, 78, 92, 88};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852160" y="30632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Ukuran &amp; isi ditentukan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0080" y="363931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Inisialisasi sebagian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88620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nilai[5] = {85, 90};  // sisanya 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852160" y="37490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Sisanya otomatis 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425196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0080" y="432511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4. Ukuran otomatis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457200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nilai[] = {85, 90, 78};  // ukuran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852160" y="44348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Ukuran dari jumlah elemen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4983480"/>
            <a:ext cx="8229600" cy="411480"/>
          </a:xfrm>
          <a:prstGeom prst="rect">
            <a:avLst/>
          </a:prstGeom>
          <a:solidFill>
            <a:srgbClr val="EF4444">
              <a:alpha val="12000"/>
            </a:srgbClr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0080" y="504748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⚠️ Ukuran array harus KONSTANTA! Tidak bisa: int n; cin &gt;&gt; n; int arr[n];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Akses Elemen Array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solidFill>
            <a:srgbClr val="14B8A6">
              <a:alpha val="15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0515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Akses elemen: nama_array[index]  →  Index dimulai dari 0!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5029200" cy="256032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1737360"/>
            <a:ext cx="4754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nilai[5] = {85, 90, 78, 92, 88};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Membaca elemen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nilai[0];  // Output: 85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nilai[2];  // Output: 78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nilai[4];  // Output: 88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Mengubah elemen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nilai[1] = 95;     // nilai[1] jadi 95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nilai[3] = nilai[0] + 10;  // nilai[3] = 95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0" y="1645920"/>
            <a:ext cx="3017520" cy="25603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852160" y="17373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📊 Visualisasi: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852160" y="2057400"/>
            <a:ext cx="26517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nilai[0] → 85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nilai[1] → 90 → 95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nilai[2] → 78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nilai[3] → 92 → 95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nilai[4] → 88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nilai[5] → ERROR!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(out of bounds)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solidFill>
            <a:srgbClr val="EF4444">
              <a:alpha val="15000"/>
            </a:srgbClr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4480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⚠️ HATI-HATI: Akses index di luar range (misal nilai[5] pada array ukuran 5) = UNDEFINED BEHAVIOR!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Input/Output Array dengan Loop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219456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914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📥 Input Array: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1188720"/>
            <a:ext cx="3657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nilai[5];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0; i &lt; 5; i++)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"Nilai ke-" &lt;&lt; (i+1) &lt;&lt; ": ";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cin &gt;&gt; nilai[i];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754880" y="868680"/>
            <a:ext cx="3931920" cy="219456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846320" y="914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📤 Output Array: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892040" y="1188720"/>
            <a:ext cx="3657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"Isi array: ";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0; i &lt; 5; i++)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nilai[i] &lt;&lt; " ";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endl;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324612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0080" y="33375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Best Practice: Gunakan Konstanta untuk Ukuran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657600"/>
            <a:ext cx="7680960" cy="1097280"/>
          </a:xfrm>
          <a:prstGeom prst="rect">
            <a:avLst/>
          </a:prstGeom>
          <a:solidFill>
            <a:srgbClr val="282C34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31520" y="374904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int SIZE = 5;    // Konstanta ukuran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nilai[SIZE];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0; i &lt; SIZE; i++) {  // Pakai SIZE, bukan 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cin &gt;&gt; nilai[i];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Operasi: Jumlah &amp; Rata-rata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74320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94360" y="960120"/>
            <a:ext cx="7863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int SIZE = 5;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nilai[SIZE] = {85, 90, 78, 92, 88};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Hitung jumlah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jumlah = 0;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0; i &lt; SIZE; i++)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jumlah += nilai[i];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"Jumlah: " &lt;&lt; jumlah &lt;&lt; endl;  // 433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Hitung rata-rata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rata = (double)jumlah / SIZE;  // Casting ke double!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"Rata-rata: " &lt;&lt; rata &lt;&lt; endl;  // 86.6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3794760"/>
            <a:ext cx="8229600" cy="1143000"/>
          </a:xfrm>
          <a:prstGeom prst="rect">
            <a:avLst/>
          </a:prstGeom>
          <a:solidFill>
            <a:srgbClr val="F59E0B">
              <a:alpha val="12000"/>
            </a:srgbClr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38862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⚠️ Perhatikan: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416052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Inisialisasi jumlah = 0 SEBELUM loop (pola akumulasi)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Casting ke double untuk hasil desimal: (double)jumlah / SIZE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Tanpa casting: 433 / 5 = 86 (pembulatan ke bawah)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Operasi: Nilai Maksimum &amp; Minimum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20040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94360" y="96012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int SIZE = 5;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nilai[SIZE] = {85, 90, 78, 92, 88};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Cari nilai maksimum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max = nilai[0];  // Asumsi elemen pertama adalah max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1; i &lt; SIZE; i++) {  // Mulai dari index 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(nilai[i] &gt; max)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max = nilai[i];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"Max: " &lt;&lt; max &lt;&lt; endl;  // 92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Cari nilai minimum (sama, ganti &gt; jadi &lt;)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min = nilai[0];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1; i &lt; SIZE; i++)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(nilai[i] &lt; min) min = nilai[i];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"Min: " &lt;&lt; min &lt;&lt; endl;  // 78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4251960"/>
            <a:ext cx="8229600" cy="685800"/>
          </a:xfrm>
          <a:prstGeom prst="rect">
            <a:avLst/>
          </a:prstGeom>
          <a:solidFill>
            <a:srgbClr val="10B981">
              <a:alpha val="12000"/>
            </a:srgbClr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43891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Pola: Inisialisasi dengan elemen pertama (index 0), lalu bandingkan dengan sisanya.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Linear Search (Pencarian)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solidFill>
            <a:srgbClr val="06B6D4">
              <a:alpha val="15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Linear Search = Cari elemen satu per satu dari awal sampai ketemu atau habis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8229600" cy="256032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1691640"/>
            <a:ext cx="7863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nilai[5] = {85, 90, 78, 92, 88};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cari = 78;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posisi = -1;  // -1 = tidak ditemukan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0; i &lt; 5; i++)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(nilai[i] == cari)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posisi = i;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break;  // Sudah ketemu, keluar loop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(posisi != -1)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cari &lt;&lt; " ditemukan di index " &lt;&lt; posisi;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cari &lt;&lt; " tidak ditemukan";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4343400"/>
            <a:ext cx="8229600" cy="5943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4434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📊 Output: 78 ditemukan di index 2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Menghitung Elemen (Counting)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237744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914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Hitung nilai &gt;= 80 (LULUS):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1188720"/>
            <a:ext cx="3657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nilai[5] = {85, 90, 78, 92, 88};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lulus = 0;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0; i &lt; 5; i++)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(nilai[i] &gt;= 80)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lulus++;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"Jumlah lulus: " &lt;&lt; lulus;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Output: 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754880" y="868680"/>
            <a:ext cx="3931920" cy="237744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846320" y="914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Hitung genap &amp; ganjil: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892040" y="1188720"/>
            <a:ext cx="3657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arr[6] = {1, 2, 3, 4, 5, 6};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genap = 0, ganjil = 0;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0; i &lt; 6; i++)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(arr[i] % 2 == 0)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genap++;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ganjil++;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"Genap: " &lt;&lt; genap;   // 3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"Ganjil: " &lt;&lt; ganjil; // 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3429000"/>
            <a:ext cx="8229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0080" y="3520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Pola Counting: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8404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Inisialisasi counter = 0 sebelum loop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Di dalam loop, cek kondisi dengan if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Jika kondisi terpenuhi, counter++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4. Setelah loop, counter berisi jumlah yang memenuhi kondisi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🐛 ERRORS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Common Errors pada Array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44475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Index out of bounds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int arr[5]; arr[5] = 10;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57600" y="1737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arr[4] = 10; // index 0-4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492240" y="1600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Index valid: 0 s/d n-1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226771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Loop salah range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5603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for (i=1; i&lt;=5; i++)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657600" y="2560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for (i=0; i&lt;5; i++)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492240" y="24231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Mulai 0, pakai &lt;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0080" y="309067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Lupa inisialisasi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3832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int sum; sum += arr[i];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657600" y="3383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int sum = 0;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492240" y="3246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Akumulator harus = 0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0080" y="391363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Ukuran variabel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42062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int n; int arr[n];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657600" y="4206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const int N=100; int arr[N];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492240" y="4069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Ukuran harus konstanta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Tips: Selalu gunakan SIZE-1 sebagai index terakhir yang valid!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554480" cy="3200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⌨️ HANDS-ON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Latihan Bertingkat (50 menit)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371600"/>
            <a:ext cx="2651760" cy="5029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13898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EASY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468880" y="138988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15'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96596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Deklarasi, input/output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Traversal array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291840" y="1371600"/>
            <a:ext cx="2651760" cy="5029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291840" y="13898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MEDIUM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03520" y="138988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20'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196596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Sum, avg, max, min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Counting elements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37160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126480" y="1371600"/>
            <a:ext cx="2651760" cy="5029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126480" y="13898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CHALLENGE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38160" y="138988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15'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63640" y="196596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Linear search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Kombinasi operasi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🎯 Konsep yang dilatih: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Deklarasi &amp; inisialisasi    • Input/output dengan loop    • Sum, avg, max, min    • Counting    • Linear search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188720" cy="3200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⭐ EASY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Level Easy: Dasar Array (15')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1481328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481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37160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Input &amp; Cetak Array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17373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Input 5 nilai dari user, simpan di array, lalu cetak semua isi array.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40080" y="2487168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" y="2487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237744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Cetak Terbalik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27432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Input 5 nilai, simpan di array, cetak dari index terakhir ke pertama.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40080" y="3493008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0080" y="3493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338328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Jumlah Elemen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374904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Input 5 nilai, hitung dan tampilkan total jumlah semua elemen.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✅ Selesai semua? Lanjut ke Level Medium!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⭐⭐ MEDIUM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Level Medium: Operasi Array (20')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1481328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481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37160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Rata-rata &amp; Status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17373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Input 5 nilai. Hitung rata-rata. Tampilkan "LULUS" jika &gt;= 75, else "TIDAK LULUS".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40080" y="2487168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" y="2487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237744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Max, Min, Range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27432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Input 5 nilai. Cari nilai max dan min. Hitung range (max - min).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40080" y="3493008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0080" y="3493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338328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Counting Lulus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374904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Input 10 nilai. Hitung berapa yang LULUS (&gt;=75) dan TIDAK LULUS (&lt;75).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✅ Selesai semua? Tantang dirimu di Level Challenge!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3200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🏆 CHALLENGE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Level Challenge: Kombinasi (15')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319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371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7️⃣ Pencarian Nilai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Input 10 nilai siswa ke array.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Input nilai yang dicari.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Gunakan linear search.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Tampilkan: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"Ditemukan di index X" atau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"Tidak ditemukan"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Berapa kali nilai tsb muncul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39319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937760" y="1371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8️⃣ Statistik Lengkap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173736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Input 10 nilai (0-100).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Tampilkan: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Jumlah total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Rata-rata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Nilai max &amp; min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Jumlah di atas rata-rata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Jumlah di bawah rata-rata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566160"/>
            <a:ext cx="8229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" y="3657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🏆 Super Challenge: Copy Array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0233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Input 5 nilai ke array A. Copy ke array B. Cetak kedua array untuk verifikasi.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Bonus: Copy hanya nilai yang genap ke array C.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3200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📝 EXIT TICKET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Assessment Individual (25 menit)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931920" cy="1645920"/>
          </a:xfrm>
          <a:prstGeom prst="rect">
            <a:avLst/>
          </a:prstGeom>
          <a:solidFill>
            <a:srgbClr val="EF4444">
              <a:alpha val="12000"/>
            </a:srgbClr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4173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⚠️ ATURAN KETAT: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Dikerjakan SENDIRI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TANPA bantuan AI/ChatGPT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TANPA browsing internet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TANPA diskusi dengan teman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Pelanggaran = nilai 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32588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937760" y="14173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📊 Struktur 10 Soal: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78308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 soal CODING (70%)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Array operations, search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 soal KONSEP (30%)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Index, deklarasi, traversal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154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Contoh Soal: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520440"/>
            <a:ext cx="3931920" cy="1280160"/>
          </a:xfrm>
          <a:prstGeom prst="rect">
            <a:avLst/>
          </a:prstGeom>
          <a:solidFill>
            <a:srgbClr val="3B82F6">
              <a:alpha val="10000"/>
            </a:srgbClr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94360" y="3611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Coding: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38862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Buat program yang menghitung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rata-rata 5 nilai di array dan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menampilkan nilai di atas rata-rata.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3520440"/>
            <a:ext cx="3931920" cy="1280160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892040" y="3611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Konsep: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38862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arr[5] = {1, 2, 3};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Berapa nilai arr[3] dan arr[4]?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Jelaskan mengapa!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📋 Tugas Minggu Ini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9144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Tugas: Sistem Nilai Mahasiswa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7863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Buat program yang: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Input jumlah mahasiswa (max 50)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Input NIM dan nilai masing-masing mahasiswa (0-100)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Tampilkan: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• Semua nilai dalam array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• Nilai tertinggi dan terendah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• Rata-rata kelas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• Jumlah yang LULUS (&gt;= 60) dan TIDAK LULUS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• Persentase kelulusan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4. Fitur pencarian: Input NIM, cari nilainya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5. Validasi semua input!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Bonus: Urutkan nilai dari tertinggi ke terendah (sorting)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4297680"/>
            <a:ext cx="3931920" cy="640080"/>
          </a:xfrm>
          <a:prstGeom prst="rect">
            <a:avLst/>
          </a:prstGeom>
          <a:solidFill>
            <a:srgbClr val="F59E0B">
              <a:alpha val="15000"/>
            </a:srgbClr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43891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⏰ Deadline: Sebelum Pertemuan 10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📤 Submit via GDB Online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4297680"/>
            <a:ext cx="3931920" cy="640080"/>
          </a:xfrm>
          <a:prstGeom prst="rect">
            <a:avLst/>
          </a:prstGeom>
          <a:solidFill>
            <a:srgbClr val="10B981">
              <a:alpha val="15000"/>
            </a:srgbClr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937760" y="43891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✅ Gunakan const untuk SIZE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✅ Validasi input dengan loop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Referensi Belajar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7200" y="914400"/>
            <a:ext cx="91440" cy="11430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0058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📖 Buku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Deitel - C++ How to Program, Chapter 7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Stroustrup - Programming Principles, Chapter 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82296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2194560"/>
            <a:ext cx="91440" cy="11430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31520" y="22860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🌐 Online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651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learncpp.com/cpp-tutorial/arrays-part-i/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cplusplus.com/doc/tutorial/arrays/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geeksforgeeks.org/arrays-in-c-cpp/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82296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" y="3474720"/>
            <a:ext cx="91440" cy="11430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35661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🔗 MK Algoritma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9319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Pertemuan 9: Konsep Array &amp; Indexing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Pseudocode searching &amp; sorting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Minggu depan: Array 2 Dimensi (Matrix)!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📝 Ringkasan Pertemuan 9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7200" y="822960"/>
            <a:ext cx="73152" cy="54864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9601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Array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377440" y="96012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Kumpulan elemen tipe sama, disimpan berurutan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463040"/>
            <a:ext cx="73152" cy="54864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6002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Deklarasi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77440" y="160020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tipe nama[SIZE]; atau tipe nama[] = {...};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" y="2103120"/>
            <a:ext cx="73152" cy="54864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0080" y="22402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Index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77440" y="224028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Dimulai dari 0 sampai SIZE-1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57200" y="2743200"/>
            <a:ext cx="73152" cy="54864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0080" y="28803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Traversal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77440" y="288036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Gunakan for loop: for(i=0; i&lt;SIZE; i++)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57200" y="3383280"/>
            <a:ext cx="73152" cy="54864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0080" y="3520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Operasi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377440" y="352044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Sum, avg, max, min, counting, search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solidFill>
            <a:srgbClr val="282C34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94360" y="4206240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Template array operations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int SIZE = 5;  int arr[SIZE];  int sum = 0, max = arr[0];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0; i &lt; SIZE; i++) { sum += arr[i]; if (arr[i] &gt; max) max = arr[i]; }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👀 Preview Pertemuan 10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Array 2 Dimensi (Matrix)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228600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94360" y="1463040"/>
            <a:ext cx="3657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Matrix 3x3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matrix[3][3] =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{1, 2, 3},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{4, 5, 6},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{7, 8, 9}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Akses: matrix[baris][kolom]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matrix[1][2];  // Output: 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754880" y="1371600"/>
            <a:ext cx="3931920" cy="22860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937760" y="1463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📊 Visualisasi Matrix: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212080" y="1920240"/>
            <a:ext cx="594360" cy="4572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212080" y="192024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0" y="1920240"/>
            <a:ext cx="594360" cy="4572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943600" y="192024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675120" y="1920240"/>
            <a:ext cx="594360" cy="4572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675120" y="192024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212080" y="2468880"/>
            <a:ext cx="594360" cy="4572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212080" y="246888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43600" y="2468880"/>
            <a:ext cx="594360" cy="4572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943600" y="246888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675120" y="2468880"/>
            <a:ext cx="594360" cy="4572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675120" y="246888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212080" y="3017520"/>
            <a:ext cx="594360" cy="4572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212080" y="301752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943600" y="3017520"/>
            <a:ext cx="594360" cy="4572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943600" y="301752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675120" y="3017520"/>
            <a:ext cx="594360" cy="4572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675120" y="301752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Yang akan dipelajari: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42062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Deklarasi array 2D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63440" y="42062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Nested loop untuk traversal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5262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Operasi matrix (transpose, sum)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63440" y="45262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Aplikasi: tabel, grid, game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5486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 structures are the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building blocks of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4B8A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efficient algorithms.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- Alfred Aho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71600" y="3657600"/>
            <a:ext cx="6400800" cy="1188720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554480" y="379476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📦 Array adalah struktur data pertamamu!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🧱 Fondasi untuk struktur data lain (linked list, stack, queue)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🚀 Kuasai array = langkah awal jadi programmer handal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1828800"/>
            <a:ext cx="5486400" cy="5486400"/>
          </a:xfrm>
          <a:prstGeom prst="ellipse">
            <a:avLst/>
          </a:prstGeom>
          <a:solidFill>
            <a:srgbClr val="14B8A6">
              <a:alpha val="7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6366F1">
              <a:alpha val="7000"/>
            </a:srgbClr>
          </a:solidFill>
          <a:ln/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457200"/>
            <a:ext cx="365760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Terima Kasih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3657600" y="2286000"/>
            <a:ext cx="182880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457200" y="2560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IF25-11002 Praktikum Pemrograman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Pertemuan 9: Array 1 Dimensi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286000" y="3474720"/>
            <a:ext cx="4572000" cy="10972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2286000" y="36118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Program Studi Teknik Informatika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Institut Teknologi Sumatera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2025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Sampai jumpa di Pertemuan 10: Array 2D! 👋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Praktikum Pemrograman - Pertemuan 9</dc:title>
  <dc:subject>PptxGenJS Presentation</dc:subject>
  <dc:creator>PptxGenJS</dc:creator>
  <cp:lastModifiedBy>PptxGenJS</cp:lastModifiedBy>
  <cp:revision>1</cp:revision>
  <dcterms:created xsi:type="dcterms:W3CDTF">2026-03-06T06:47:20Z</dcterms:created>
  <dcterms:modified xsi:type="dcterms:W3CDTF">2026-03-06T06:47:20Z</dcterms:modified>
</cp:coreProperties>
</file>
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828800"/>
            <a:ext cx="4572000" cy="457200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7772400" y="-914400"/>
            <a:ext cx="2743200" cy="2743200"/>
          </a:xfrm>
          <a:prstGeom prst="ellipse">
            <a:avLst/>
          </a:prstGeom>
          <a:solidFill>
            <a:srgbClr val="7C3AED">
              <a:alpha val="8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14B8A6">
              <a:alpha val="8000"/>
            </a:srgbClr>
          </a:solidFill>
          <a:ln/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200400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097280"/>
            <a:ext cx="164592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457200" y="1097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IF25-11002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Praktikum Pemrograman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Pertemuan 4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Percabangan (Selection)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457200" y="3429000"/>
            <a:ext cx="228600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457200" y="36576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Program Studi Teknik Informatika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Institut Teknologi Sumatera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Semester Ganjil 2025/2026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760720" y="3108960"/>
            <a:ext cx="3108960" cy="182880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5943600" y="3246120"/>
            <a:ext cx="2834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(nilai &gt;= 75)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"LULUS";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"TIDAK LULUS";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🔗 Sinergi dengan MK Algoritma Pemrograman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14B8A6">
              <a:alpha val="12000"/>
            </a:srgbClr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📎 Referensi Teori: MK Algoritma Pemrograman - Pertemuan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Konsep Percabangan (Selection) sudah dibahas secara teori: Decision Tree, Nested Logic.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 praktikum ini, kita fokus IMPLEMENTASI di C++: if, else, switch, ternary.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2194560"/>
            <a:ext cx="3931920" cy="4572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2286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Algoritma Pemrograman (Teori)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Decision tree (pohon keputusan)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Nested logic (logika bersarang)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Pseudocode if-else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Flowchart percabangan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Trace table kondisi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219456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754880" y="2194560"/>
            <a:ext cx="3931920" cy="4572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937760" y="2286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💻 Praktikum Pemrograman (Coding)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274320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Syntax if, else, else if di C++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Nested if implementation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switch-case statement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Operator ternary ( ? : 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Debugging kondisi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Decision tree di teori → if-else di kode. Logika sama, syntax berbeda!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🔄 Review Pertemuan 3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Yang sudah kita pelajari: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325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❓ Operator relasional?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581912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==, !=, &lt;, &gt;, &lt;=, &gt;= → hasil: true/false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2103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❓ Operator logika?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359152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&amp;&amp; (AND), || (OR), ! (NOT)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78892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28803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❓ Apa hasil: (5 &gt; 3) &amp;&amp; (10 &lt; 20)?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136392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true &amp;&amp; true = true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8229600" cy="1280160"/>
          </a:xfrm>
          <a:prstGeom prst="rect">
            <a:avLst/>
          </a:prstGeom>
          <a:solidFill>
            <a:srgbClr val="282C34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3749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Sekarang: Gunakan true/false untuk MEMBUAT KEPUTUSAN!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1148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lulus = (nilai &gt;= 75);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lulus = true atau false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Tapi bagaimana menampilkan pesan berbeda?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Jawabannya: IF-ELSE! 🎯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Capaian Pembelajaran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097280"/>
            <a:ext cx="731520" cy="8229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 rot="16200000">
            <a:off x="457200" y="109728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CPL06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71600" y="123444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Mampu menganalisis dan mengimplementasi konsep dasar matematika, statistika, algoritma dan sistem komputer sebagai fondasi komputasional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4023360" cy="4572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" y="21031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CPMK0607 - MENERAPKAN (50%)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2103120"/>
            <a:ext cx="4023360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63440" y="21031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CPMK0608 - MENJELASKAN (50%)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Sub-CPMK Pertemuan 4: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57200" y="3108960"/>
            <a:ext cx="54864" cy="4114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31821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88720" y="318211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Menggunakan statement if dan if-else untuk percabangan sederhana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0" y="3182112"/>
            <a:ext cx="731520" cy="274320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772400" y="318211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C3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584448"/>
            <a:ext cx="8229600" cy="4114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57200" y="3584448"/>
            <a:ext cx="54864" cy="4114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0080" y="3657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88720" y="36576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Menggunakan if-else if-else dan nested if untuk percabangan kompleks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72400" y="3657600"/>
            <a:ext cx="731520" cy="274320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772400" y="3657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C3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4059936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457200" y="4059936"/>
            <a:ext cx="54864" cy="4114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40080" y="4133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88720" y="413308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Menggunakan switch-case untuk seleksi berbasis nilai diskrit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772400" y="4133088"/>
            <a:ext cx="731520" cy="274320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7772400" y="413308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C3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4535424"/>
            <a:ext cx="8229600" cy="4114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457200" y="4535424"/>
            <a:ext cx="54864" cy="4114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40080" y="46085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88720" y="460857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Menjelaskan kapan menggunakan if vs switch dan operator ternary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772400" y="4608576"/>
            <a:ext cx="731520" cy="274320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7772400" y="460857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📋 Outline Pertemuan 4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150 menit pembelajaran aktif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228600" cy="22860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31520" y="1554480"/>
            <a:ext cx="45720" cy="52120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05840" y="1234440"/>
            <a:ext cx="548640" cy="36576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1234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10'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37360" y="1188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🔄  Review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3736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Recap operator relasional &amp; logika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075688"/>
            <a:ext cx="228600" cy="22860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31520" y="2304288"/>
            <a:ext cx="45720" cy="52120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005840" y="1984248"/>
            <a:ext cx="548640" cy="3657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05840" y="198424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20'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37360" y="1938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💪  Struggle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37360" y="22585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Tantangan: program kelulusan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2825496"/>
            <a:ext cx="228600" cy="2286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31520" y="3054096"/>
            <a:ext cx="45720" cy="52120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1005840" y="2734056"/>
            <a:ext cx="548640" cy="3657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05840" y="2734056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50'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737360" y="268833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 Materi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if, else, switch, ternary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3575304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731520" y="3803904"/>
            <a:ext cx="45720" cy="52120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05840" y="3483864"/>
            <a:ext cx="548640" cy="3657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005840" y="3483864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45'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737360" y="343814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⌨️  Hands-on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737360" y="375818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Latihan bertingkat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4325112"/>
            <a:ext cx="228600" cy="2286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05840" y="4233672"/>
            <a:ext cx="54864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1005840" y="423367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25'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737360" y="41879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📝  Exit Ticket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737360" y="45079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 soal assessment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669280" y="1097280"/>
            <a:ext cx="3200400" cy="3657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5669280" y="1280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🎯 Topik Hari Ini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852160" y="17373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Statement if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852160" y="21031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Statement if-else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852160" y="24688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Statement if-else if-else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852160" y="28346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Nested if (if bersarang)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852160" y="32004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Switch-case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852160" y="35661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Operator ternary ( ? : 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🎯 HOOK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Masalah Hari Ini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Bagaimana program bisa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"mengambil keputusan"?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2651760" cy="182880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28346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Login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154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password benar?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520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Masuk ✓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8404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→ Ditolak ✗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2743200"/>
            <a:ext cx="2651760" cy="182880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291840" y="28346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ATM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3154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saldo cukup?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83280" y="3520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Tarik uang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3280" y="38404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→ Gagal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2743200"/>
            <a:ext cx="2651760" cy="182880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126480" y="28346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Game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3154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HP &gt; 0?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17920" y="3520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Lanjut main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0" y="38404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→ Game Over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0A5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🤔 Ini semua pakai PERCABANGAN - program memilih jalur berdasarkan kondisi!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💪 STRUGGLE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Tantangan 20 Menit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914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5544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🎯 Misi: Buat Program Penilaian Kelulusan!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Program harus bisa: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Minta input nilai ujian (0-100)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Jika nilai &gt;= 75: tampilkan 'LULUS'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Jika nilai &lt; 75: tampilkan 'TIDAK LULUS'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 Tampilkan juga: 'Nilai Anda: [nilai]'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0" y="2011680"/>
            <a:ext cx="3474720" cy="1920240"/>
          </a:xfrm>
          <a:prstGeom prst="rect">
            <a:avLst/>
          </a:prstGeom>
          <a:solidFill>
            <a:srgbClr val="282C34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120640" y="205740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Expected Output: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120640" y="2331720"/>
            <a:ext cx="32918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Masukkan nilai: </a:t>
            </a:r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Nilai Anda: 80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Status: LULUS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Masukkan nilai: </a:t>
            </a:r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Nilai Anda: 60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Status: TIDAK LULUS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Hint: Cari tahu tentang 'if' dan 'else' di C++!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MATERI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Apa itu Percabangan?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solidFill>
            <a:srgbClr val="14B8A6">
              <a:alpha val="12000"/>
            </a:srgbClr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5087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🔀 Percabangan = Menjalankan kode berbeda berdasarkan kondisi (true/false)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solidFill>
            <a:srgbClr val="7C3AED">
              <a:alpha val="10000"/>
            </a:srgbClr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2377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📎 Di MK Algoritma: Decision Tree &amp; Flowchart → Di Praktikum: if-else di C++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Analogi Kehidupan Sehari-hari: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29184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3383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🌧️ Cuaca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7033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Jika hujan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9776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Bawa payung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42519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→ Tidak perlu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91840" y="329184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291840" y="3383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📱 Alarm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37033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Jika hari kerja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39776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Bunyi jam 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83280" y="42519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→ Bunyi jam 9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26480" y="329184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126480" y="3383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🎮 Game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0" y="37033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Jika HP habis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17920" y="39776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Game over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17920" y="42519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→ Lanjut main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MATERI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Statement if (Sederhana)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Syntax: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3931920" cy="137160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82880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kondisi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kode dijalankan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jika kondisi TRUE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73736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937760" y="1828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Flowchart: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2148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[Kondisi]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09360" y="21488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TRUE →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223760" y="21488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[Jalankan]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2468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↓ FALSE → (skip)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Contoh: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4572000" cy="128016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0080" y="3749040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nilai = 80;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(nilai &gt;= 75)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"Selamat, Anda LULUS!";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12080" y="3657600"/>
            <a:ext cx="34747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394960" y="3749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📌 Penjelasan: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94960" y="40690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nilai = 80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80 &gt;= 75 → TRUE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Kode di dalam { } dijalankan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Output: "Selamat, Anda LULUS!"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MATERI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Statement if-else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210312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14173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Syntax: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(kondisi)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jika TRUE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jika FALSE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931920" cy="210312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846320" y="14173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Contoh: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169164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nilai = 60;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(nilai &gt;= 75)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"LULUS";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"TIDAK LULUS";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8229600" cy="12801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3749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📌 Perbedaan if vs if-else: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41148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if saja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: Hanya menjalankan kode jika kondisi TRUE. Jika FALSE, tidak ada yang terjadi.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if-else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: SELALU menjalankan salah satu blok. TRUE → blok if, FALSE → blok else.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MATERI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Statement if-else if-else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Untuk kondisi LEBIH DARI 2 pilihan: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3931920" cy="256032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73736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(kondisi1)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kondisi1 TRUE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(kondisi2)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kondisi2 TRUE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(kondisi3)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kondisi3 TRUE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semua FALSE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754880" y="1645920"/>
            <a:ext cx="3931920" cy="256032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846320" y="16916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Contoh: Konversi Nilai ke Grade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937760" y="1965960"/>
            <a:ext cx="356616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(nilai &gt;= 85)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"A";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if (nilai &gt;= 70)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"B";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if (nilai &gt;= 55)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"C";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if (nilai &gt;= 40)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"D";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"E";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⚠️ Urutan kondisi PENTING! Kondisi dicek dari atas ke bawah, berhenti di kondisi pertama yang TRUE.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MATERI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Nested if (If Bersarang)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371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📎 Konsep nested logic sudah di MK Algoritma P4 → sekarang implementasi di C++!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Nested if = if di dalam if (untuk kondisi bertingkat)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5029200" cy="246888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233172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Contoh: Cek Kelulusan dengan Absensi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466344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nilai = 80;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absensi = 90;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(nilai &gt;= 75)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Cek syarat kedua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(absensi &gt;= 80)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"LULUS";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else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"Absensi kurang";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"Nilai kurang";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669280" y="2286000"/>
            <a:ext cx="3200400" cy="24688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852160" y="23774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📌 Flow: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52160" y="2743200"/>
            <a:ext cx="2834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Cek nilai &gt;= 75?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↓ TRUE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Cek absensi &gt;= 80?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↓ TRUE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Output: LULUS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Kedua kondisi harus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TRUE untuk LULUS!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MATERI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Statement switch-case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solidFill>
            <a:srgbClr val="F59E0B">
              <a:alpha val="12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5087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🔀 switch-case = Seleksi berdasarkan NILAI PASTI (bukan range/kondisi)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3931920" cy="256032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48640" y="23317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Syntax: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356616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(variabel) {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nilai1: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kode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break;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nilai2: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kode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break;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default: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jika tidak ada match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54880" y="228600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37760" y="2377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📋 Kapan pakai switch?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274320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Pilihan menu (1, 2, 3, 4)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Hari dalam seminggu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Bulan (Jan, Feb, Mar...)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Grade (A, B, C, D, 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Kode status (200, 404, 500)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✗ TIDAK untuk range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(misal: nilai &gt;= 75)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MATERI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Contoh switch-case: Menu Program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029200" cy="347472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137160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pilihan;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"MENU:\n";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"1. Tambah\n2. Kurang\n3. Keluar\n";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"Pilih: "; cin &gt;&gt; pilihan;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 (pilihan)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1: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"Anda pilih Tambah";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2: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"Anda pilih Kurang";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3: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"Keluar...";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default: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"Pilihan invalid!";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669280" y="1280160"/>
            <a:ext cx="3200400" cy="164592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0" y="137160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Output: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60720" y="164592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Tambah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Kurang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Keluar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Pilih: </a:t>
            </a:r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Anda pilih Tambah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0" y="3108960"/>
            <a:ext cx="3200400" cy="1645920"/>
          </a:xfrm>
          <a:prstGeom prst="rect">
            <a:avLst/>
          </a:prstGeom>
          <a:solidFill>
            <a:srgbClr val="EF4444">
              <a:alpha val="15000"/>
            </a:srgbClr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852160" y="32004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⚠️ PENTING: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52160" y="352044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Jangan lupa break;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Tanpa break, program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akan 'fall through' ke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case berikutnya!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MATERI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Operator Ternary ( ? : 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solidFill>
            <a:srgbClr val="7C3AED">
              <a:alpha val="12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5087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❓ Ternary = Shortcut untuk if-else SEDERHANA (1 baris)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Syntax: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solidFill>
            <a:srgbClr val="282C34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27889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hasil = </a:t>
            </a:r>
            <a:pPr algn="ctr" indent="0" marL="0">
              <a:buNone/>
            </a:pPr>
            <a:r>
              <a:rPr lang="en-US" sz="14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(kondisi)</a:t>
            </a:r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? </a:t>
            </a:r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nilai_jika_true</a:t>
            </a:r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nilai_jika_false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Perbandingan: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84048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39319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if-else (4 baris):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4206240"/>
            <a:ext cx="3566160" cy="731520"/>
          </a:xfrm>
          <a:prstGeom prst="rect">
            <a:avLst/>
          </a:prstGeom>
          <a:solidFill>
            <a:srgbClr val="282C34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42519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(nilai &gt;= 75)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status = "LULUS";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status = "TIDAK LULUS";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754880" y="384048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937760" y="39319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Ternary (1 baris):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37760" y="4206240"/>
            <a:ext cx="3566160" cy="731520"/>
          </a:xfrm>
          <a:prstGeom prst="rect">
            <a:avLst/>
          </a:prstGeom>
          <a:solidFill>
            <a:srgbClr val="282C34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074920" y="42976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= (nilai &gt;= 75)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? "LULUS" : "TIDAK LULUS";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MATERI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Kapan Pakai if vs switch?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371600"/>
            <a:ext cx="3931920" cy="4572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463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🔷 Gunakan if-else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Kondisi berupa RANGE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nilai &gt;= 75, umur &lt; 18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Kondisi KOMPLEKS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a &gt; b &amp;&amp; c &lt; 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Kondisi dengan OPERATOR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&gt;, &lt;, &gt;=, &lt;=, &amp;&amp;, ||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93192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754880" y="1371600"/>
            <a:ext cx="3931920" cy="4572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37760" y="1463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🔶 Gunakan switch-case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92024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Nilai PASTI/DISKRIT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1, 2, 3, 'A', 'B'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BANYAK pilihan (&gt;3)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Menu, hari, bulan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Lebih READABLE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untuk pilihan banyak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solidFill>
            <a:srgbClr val="14B8A6">
              <a:alpha val="15000"/>
            </a:srgbClr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42062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Rule of Thumb: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Pakai &gt;= &lt;= &gt; &lt; &amp;&amp; || → if-else  •  Pakai == dengan banyak nilai tetap → switch-case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🐛 ERRORS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Common Errors Percabangan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3533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= vs ==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627632"/>
            <a:ext cx="2743200" cy="384048"/>
          </a:xfrm>
          <a:prstGeom prst="rect">
            <a:avLst/>
          </a:prstGeom>
          <a:solidFill>
            <a:srgbClr val="EF4444">
              <a:alpha val="10000"/>
            </a:srgbClr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16733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❌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16733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(x = 5)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3566160" y="1627632"/>
            <a:ext cx="2926080" cy="384048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657600" y="16733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931920" y="16733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(x == 5)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6675120" y="16276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= adalah assignment!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22677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Lupa { }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2542032"/>
            <a:ext cx="2743200" cy="384048"/>
          </a:xfrm>
          <a:prstGeom prst="rect">
            <a:avLst/>
          </a:prstGeom>
          <a:solidFill>
            <a:srgbClr val="EF4444">
              <a:alpha val="10000"/>
            </a:srgbClr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31520" y="25877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❌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" y="25877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(x &gt; 5)   a = 1;   b = 2;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566160" y="2542032"/>
            <a:ext cx="2926080" cy="384048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657600" y="25877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931920" y="25877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(x &gt; 5) {   a = 1;   b = 2; }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675120" y="25420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 selalu jalan!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10896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080" y="31821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Lupa break di switch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3456432"/>
            <a:ext cx="2743200" cy="384048"/>
          </a:xfrm>
          <a:prstGeom prst="rect">
            <a:avLst/>
          </a:prstGeom>
          <a:solidFill>
            <a:srgbClr val="EF4444">
              <a:alpha val="10000"/>
            </a:srgbClr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31520" y="3502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❌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05840" y="35021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1:   cout &lt;&lt; 1; case 2:   cout &lt;&lt; 2;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566160" y="3456432"/>
            <a:ext cx="2926080" cy="384048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657600" y="3502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931920" y="35021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1:   cout &lt;&lt; 1;   break;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675120" y="34564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Fall through!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40080" y="40965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else tanpa if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" y="4370832"/>
            <a:ext cx="2743200" cy="384048"/>
          </a:xfrm>
          <a:prstGeom prst="rect">
            <a:avLst/>
          </a:prstGeom>
          <a:solidFill>
            <a:srgbClr val="EF4444">
              <a:alpha val="10000"/>
            </a:srgbClr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731520" y="44165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❌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05840" y="44165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{   ... }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3566160" y="4370832"/>
            <a:ext cx="2926080" cy="384048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3657600" y="44165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931920" y="44165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(...) {   ... } else {...}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675120" y="43708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Syntax error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⌨️ HANDS-ON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Latihan Bertingkat (45 menit)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371600"/>
            <a:ext cx="2651760" cy="5029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371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EASY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468880" y="13716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15'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if-else sederhana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65176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291840" y="1371600"/>
            <a:ext cx="2651760" cy="5029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291840" y="1371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MEDIUM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03520" y="13716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15'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201168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if-else if-else, nested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371600"/>
            <a:ext cx="265176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126480" y="1371600"/>
            <a:ext cx="2651760" cy="5029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126480" y="1371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CHALLENGE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138160" y="13716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15'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201168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switch-case, kombinasi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🎯 Konsep yang dilatih: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3840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if dan if-else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0" y="3840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if-else if-else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0" y="3840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Nested if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160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switch-case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0" y="4160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Operator ternary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⌨️ EASY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Level Easy: if-else Sederhana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0" y="320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 menit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1536192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536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137160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Cek Positif/Negatif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178308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 angka, tampilkan 'POSITIF' atau 'NEGATIF' (0 = nol)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82296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40080" y="2633472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" y="2633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246888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Cek Genap/Ganjil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288036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 angka, tampilkan 'GENAP' atau 'GANJIL' (pakai modulus)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82296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0080" y="3730752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0080" y="3730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356616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Cek Kelulusan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397764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 nilai (0-100), tampilkan 'LULUS' (&gt;=75) atau 'TIDAK LULUS'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✅ Selesai semua? Lanjut ke Level Medium!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⌨️ MEDIUM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Level Medium: Kondisi Kompleks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0" y="320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 menit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9319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371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1️⃣ Konversi Nilai ke Grade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 nilai (0-100), output grade: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A: nilai &gt;= 85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B: nilai &gt;= 70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C: nilai &gt;= 55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D: nilai &gt;= 40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E: nilai &lt; 40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39319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937760" y="1371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2️⃣ Cek Tahun Kabisat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73736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 tahun, cek kabisat: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Tahun kabisat jika: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Habis dibagi 4 DAN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(Tidak habis dibagi 100 ATAU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habis dibagi 400)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Hint: pakai nested if atau &amp;&amp;/||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" y="3749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3️⃣ Kalkulator Diskon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1148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 total belanja. Diskon: &gt;= 500rb dapat 15%, &gt;= 200rb dapat 10%, &gt;= 100rb dapat 5%, lainnya 0%. Output: total sebelum, diskon, total setelah.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828800" cy="3200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⌨️ CHALLENGE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Level Challenge: Switch &amp; Kombinasi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0" y="320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 menit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Pilih salah satu: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7830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🧮 Kalkulator dengan Menu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switch-case untuk operasi: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Tambah (+)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Kurang (-)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Kali (*)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 Bagi (/)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5. Modulus (%)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Cek pembagian dengan 0!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69164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37760" y="17830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📅 Nama Hari &amp; Bulan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214884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 angka 1-7 untuk hari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Output nama hari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(Senin, Selasa, dst)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Bonus: Tambahkan input bulan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1-12 → nama bulan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dan jumlah hari di bulan tsb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🏆 Super Challenge: Kombinasi keduanya + pakai ternary untuk validasi!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📝 EXIT TICKET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Assessment Individual (25 menit)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931920" cy="1645920"/>
          </a:xfrm>
          <a:prstGeom prst="rect">
            <a:avLst/>
          </a:prstGeom>
          <a:solidFill>
            <a:srgbClr val="EF4444">
              <a:alpha val="12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417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⚠️ ATURAN KETAT: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Dikerjakan SENDIRI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TANPA bantuan AI/ChatGPT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TANPA browsing internet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TANPA diskusi dengan teman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Pelanggaran = nilai 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937760" y="1417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📊 Struktur 10 Soal: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78308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 soal CODING (70%)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if-else, switch-case, ternary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 soal PENJELASAN (30%)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if vs switch, nested logic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3154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Contoh Tipe Soal: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3931920" cy="1371600"/>
          </a:xfrm>
          <a:prstGeom prst="rect">
            <a:avLst/>
          </a:prstGeom>
          <a:solidFill>
            <a:srgbClr val="3B82F6">
              <a:alpha val="10000"/>
            </a:srgbClr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94360" y="3611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Coding: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3886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Buat program yang menerima input umur dan menampilkan kategori: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Anak: &lt; 12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Remaja: 12-17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Dewasa: &gt;= 18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3520440"/>
            <a:ext cx="3931920" cy="1371600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892040" y="3611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Penjelasan: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3886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Kapan sebaiknya menggunakan switch-case dibanding if-else? Berikan 2 contoh kasus!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Referensi Belajar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7200" y="914400"/>
            <a:ext cx="91440" cy="12344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005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📖 Buku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Deitel - C++ How to Program, Chapter 5-6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62763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Stroustrup - Programming Principles, Chapter 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82296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57200" y="2286000"/>
            <a:ext cx="91440" cy="12344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31520" y="2377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🌐 Online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74320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learncpp.com/cpp-tutorial/if-statements/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99923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cplusplus.com/doc/tutorial/control/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325526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w3schools.com/cpp/cpp_conditions.asp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82296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57200" y="3657600"/>
            <a:ext cx="91440" cy="12344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31520" y="3749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🔗 MK Algoritma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11480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Pertemuan 4: Decision Tree &amp; Nested Logic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437083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Trace table untuk kondisi bertingkat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📋 Tugas Minggu Ini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926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9144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Tugas: Sistem Tiket Bioskop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7863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Buat program pemesanan tiket bioskop yang: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Pilih film (switch-case): 1.Action, 2.Horror, 3.Comedy, 4.Romance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Input umur, validasi: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• Film Horror hanya untuk umur &gt;= 17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Pilih hari (switch-case): 1.Senin-Kamis, 2.Jumat, 3.Weekend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 Hitung harga: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• Weekday: Rp 35.000, Jumat: Rp 45.000, Weekend: Rp 50.000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• Diskon 20% untuk anak (&lt; 12) dan lansia (&gt;= 60)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5. Tampilkan struk pemesanan lengkap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4023360"/>
            <a:ext cx="3931920" cy="914400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4114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⏰ Deadline: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44348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Sebelum Pertemuan 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Submit via GDB Online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4023360"/>
            <a:ext cx="3931920" cy="914400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37760" y="4114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✅ Kriteria: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44348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switch-case &amp; if-else benar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Validasi umur berfungsi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Diskon terhitung tepat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4B8A6">
              <a:alpha val="7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7C3AED">
              <a:alpha val="7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274320" y="5486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Programs must be written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 people to read,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and only incidentally for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machines to execute.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- Harold Abelson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371600" y="3840480"/>
            <a:ext cx="6400800" cy="914400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554480" y="397764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🎯 Percabangan membuat program CERDAS - bisa mengambil keputusan!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🚀 Minggu depan: Perulangan (Loop) - Membuat program bekerja berulang!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1828800"/>
            <a:ext cx="5486400" cy="5486400"/>
          </a:xfrm>
          <a:prstGeom prst="ellipse">
            <a:avLst/>
          </a:prstGeom>
          <a:solidFill>
            <a:srgbClr val="14B8A6">
              <a:alpha val="7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7C3AED">
              <a:alpha val="7000"/>
            </a:srgbClr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457200"/>
            <a:ext cx="365760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Terima Kasih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3657600" y="2286000"/>
            <a:ext cx="182880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457200" y="2560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IF25-11002 Praktikum Pemrograman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Pertemuan 4: Percabangan (Selection)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286000" y="3474720"/>
            <a:ext cx="4572000" cy="10972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2286000" y="36118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Program Studi Teknik Informatika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Institut Teknologi Sumatera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2025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Sampai jumpa di Pertemuan 5! 👋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Praktikum Pemrograman - Pertemuan 4</dc:title>
  <dc:subject>PptxGenJS Presentation</dc:subject>
  <dc:creator>Teknik Informatika ITERA</dc:creator>
  <cp:lastModifiedBy>Teknik Informatika ITERA</cp:lastModifiedBy>
  <cp:revision>1</cp:revision>
  <dcterms:created xsi:type="dcterms:W3CDTF">2026-02-19T06:48:04Z</dcterms:created>
  <dcterms:modified xsi:type="dcterms:W3CDTF">2026-02-19T06:48:04Z</dcterms:modified>
</cp:coreProperties>
</file>
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10B981">
              <a:alpha val="8000"/>
            </a:srgbClr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Praktikum Pemrograman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Variabel, Tipe Data, dan Input/Output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57200" y="34290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Semester Ganjil 2025/2026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60720" y="3108960"/>
            <a:ext cx="310896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943600" y="324612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umur;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"Nama: 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nama;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"Halo " &lt;&lt; nama;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 Pertemuan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Quick Quiz! Siapa yang masih ingat?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Apa fungsi #include &lt;iostream&gt;?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Mengimpor library input/output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Apa fungsi cout?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Menampilkan output ke layar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Kenapa perlu titik koma (;)?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Menandai akhir statement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977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Apa arti return 0?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7406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Program selesai dengan sukses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Bagus! Sekarang kita akan belajar cara menyimpan data dan menerima input dari user!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HOOK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Hari Ini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Bagaimana program bisa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"mengingat" dan "bertanya"?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65176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E-Commerce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Nama: 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Halo, Budi!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743200"/>
            <a:ext cx="265176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Kalkulator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Angka: 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Hasil: 150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743200"/>
            <a:ext cx="265176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2648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Nickname: 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Welcome, Player1!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🤔 Program perlu tempat untuk menyimpan data dan cara untuk bertanya kepada user!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Capaian Pembelajaran Lulusan (CPL)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188720"/>
            <a:ext cx="914400" cy="13716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 rot="16200000">
            <a:off x="457200" y="1188720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CPL06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3716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Mampu menganalisis dan mengimplementasi konsep dasar matematika, statistika, algoritma dan sistem komputer sebagai fondasi komputasional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Fokus Pertemuan 2: Sistem Komputer - Manajemen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3291840"/>
            <a:ext cx="201168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3429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Variabel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51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Wadah penyimpanan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329184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606040" y="3291840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606040" y="3429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0604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Tipe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06040" y="4251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Jenis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754880" y="3291840"/>
            <a:ext cx="201168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54880" y="3429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5488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4251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Terima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329184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903720" y="3291840"/>
            <a:ext cx="201168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903720" y="3429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90372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4251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Tampilkan data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Capaian Pembelajaran Mata Kuliah (CPMK)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⌨️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CPMK0607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MENERAPKAN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Mampu menerapkan konsep dasar algoritma dan sistem komputer untuk menyelesaikan masalah komputasi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2194560"/>
            <a:ext cx="5486400" cy="365760"/>
          </a:xfrm>
          <a:prstGeom prst="rect">
            <a:avLst/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691640" y="2240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Menulis program dengan variabel dan input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0" y="1691640"/>
            <a:ext cx="73152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0" y="1691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2926080"/>
            <a:ext cx="109728" cy="1645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3429000"/>
            <a:ext cx="640080" cy="64008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CPMK0608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MENJELASKAN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Mampu menjelaskan konsep dasar algoritma dan sistem komputer untuk menyelesaikan masalah komputasi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554480" y="4023360"/>
            <a:ext cx="5486400" cy="365760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691640" y="4069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Menjelaskan pemilihan tipe data yang tepat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3520440"/>
            <a:ext cx="73152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72400" y="3520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50%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Sub-CPMK Pertemuan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051560"/>
            <a:ext cx="73152" cy="10515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34416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44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143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Sub-CPMK 2.1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CPMK0607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80160" y="1417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Mampu mendeklarasikan dan menggunakan variabel dengan tipe data yang tepat (int, float, char, string, bool)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0" y="1188720"/>
            <a:ext cx="1645920" cy="32004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 Menerapkan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7512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Bisa deklarasi variabel berbagai tipe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2331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Sub-CPMK 2.2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0896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CPMK0607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80160" y="26060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Mampu membuat program interaktif yang menerima input dari user menggunakan cin dan menampilkan output dengan cout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2377440"/>
            <a:ext cx="1645920" cy="32004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5800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 Menerapkan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7512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Bisa buat program interaktif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" y="3429000"/>
            <a:ext cx="73152" cy="1051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40080" y="37216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3520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Sub-CPMK 2.3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08960" y="3520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CPMK0608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80160" y="37947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Mampu menjelaskan perbedaan dan kegunaan masing-masing tipe data serta kapan menggunakannya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3566160"/>
            <a:ext cx="1645920" cy="32004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858000" y="3566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C2 Memahami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7512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Bisa pilih tipe data yang tepat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Outline Pertemuan 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150 menit pembelajaran aktif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554480"/>
            <a:ext cx="45720" cy="52120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05840" y="1234440"/>
            <a:ext cx="548640" cy="3657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1234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10'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 pertemuan 1 dan feedback tugas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" y="2304288"/>
            <a:ext cx="45720" cy="52120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05840" y="1984248"/>
            <a:ext cx="54864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19842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20'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1938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 Struggle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2258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Tantangan: buat program interaktif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825496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3054096"/>
            <a:ext cx="45720" cy="52120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05840" y="2734056"/>
            <a:ext cx="54864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273405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45'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26883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 Materi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Variabel, tipe data, cin/cout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575304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31520" y="3803904"/>
            <a:ext cx="45720" cy="52120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05840" y="3483864"/>
            <a:ext cx="54864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5840" y="348386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50'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37360" y="34381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 Hands-on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37360" y="37581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bertingkat dengan input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325112"/>
            <a:ext cx="228600" cy="2286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05840" y="4233672"/>
            <a:ext cx="54864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05840" y="42336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37360" y="4187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 Exit Ticket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37360" y="4507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soal assessment individual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1097280"/>
            <a:ext cx="32004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66928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📦 Topik Hari Ini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52160" y="1737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Apa itu variabel?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52160" y="2148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Tipe data: int, float, char, string, bool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5216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Deklarasi vs inisialisasi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52160" y="2971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Input dengan cin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5216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Program interaktif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 20 Menit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14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Misi: Buat Program yang Menyapa User!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harus bisa: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Menanyakan nama user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Menyimpan nama yang diinput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Menampilkan sapaan: </a:t>
            </a:r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"Halo, [nama]! Selamat datang!"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output yang diharapkan: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3931920" cy="10058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40690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Siapa nama kamu? </a:t>
            </a:r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Halo, Budi! Selamat datang!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3931920"/>
            <a:ext cx="3931920" cy="100584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40233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Hint: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Cari tahu tentang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di C++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Bagaimana cara menyimpan data?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itu Variabel?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📦 Variabel = Wadah/kotak untuk menyimpan data di memori komputer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Analogi Mudah: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Kardus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Punya label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(nama variabel)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2286000" cy="45720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43159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 = "Budi"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92608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29184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3474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Loker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3749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Nomor loker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(alamat memori)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4251960"/>
            <a:ext cx="2286000" cy="45720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566160" y="43159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umur = 20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92608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12648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26480" y="3474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Clipboard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3749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Bisa diisi ulang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(nilai berubah)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4251960"/>
            <a:ext cx="2286000" cy="45720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0" y="43159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saldo = 100000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Kenapa Perlu Variabel?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56032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❌ Tanpa Variabel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"Halo, Budi!";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"Umur Budi: 20";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"IPK Budi: 3.5";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Harus tulis ulang semua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jika nama berubah!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256032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Dengan Variabel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nama = "Budi";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umur = 20;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ipk = 3.5;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Ubah sekali di atas,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semua ikut berubah!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Keuntungan Variabel: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♻️  Reusable - pakai berulang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✏️  Editable - mudah diubah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📥  Dynamic - terima input user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Tipe Data di C++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Setiap variabel harus punya tipe data - menentukan jenis data yang bisa disimpan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691640"/>
            <a:ext cx="73152" cy="4754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7830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17830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830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Bilangan bulat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20, -5, 0, 1000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7830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bytes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2240280"/>
            <a:ext cx="73152" cy="4754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23317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23317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331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Desimal (presisi rendah)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3317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3.14, -0.5, 2.0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0" y="23317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bytes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" y="2788920"/>
            <a:ext cx="73152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2880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28803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Double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28803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Desimal (presisi tinggi)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8803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3.14159265359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28803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bytes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337560"/>
            <a:ext cx="82296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3337560"/>
            <a:ext cx="73152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34290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645920" y="34290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Character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17520" y="34290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Satu karakter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4290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'A', 'x', '9'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34290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byte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8862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57200" y="3886200"/>
            <a:ext cx="73152" cy="475488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39776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645920" y="39776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017520" y="3977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Teks/kalimat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37760" y="39776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"Hello", "Budi"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0" y="39776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dynamic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434840"/>
            <a:ext cx="82296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57200" y="4434840"/>
            <a:ext cx="73152" cy="4754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0080" y="45262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645920" y="45262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Boolean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017520" y="45262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True/False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37760" y="45262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true, false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15200" y="45262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byte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Untuk pemula: fokus dulu ke int, float, char, string, bool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Tipe Data: int (Integer)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🔢 int = bilangan bulat (tanpa koma/desimal)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penggunaan: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457200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umur = 20;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tahunLahir = 2005;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saldo = 1500000;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suhu = -5;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jumlahMahasiswa = 0;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0" y="2651760"/>
            <a:ext cx="3474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94960" y="2743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Kapan pakai int?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31089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Umur, tahun lahir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Jumlah item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Skor game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Harga (tanpa sen)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Counter/penghitung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Range int: -2,147,483,648 sampai 2,147,483,647 (lebih dari cukup untuk kebanyakan kasus)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Tipe Data: float dan double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🔢 float/double = bilangan desimal (dengan koma)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float (presisi rendah)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ipk = 3.75;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berat = 65.5;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suhu = 36.8;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~7 digit presisi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2860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double (presisi tinggi)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6974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pi = 3.14159265359;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koordinat = 102.123456;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~15-16 digit presisi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untuk desimal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Rekomendasi: Pakai double untuk perhitungan umum. float untuk hemat memori (jarang dibutuhkan di praktikum).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Tipe Data: char (Character)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🔤 char = SATU karakter saja (huruf, angka, simbol)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572000" cy="20116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37744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grade = 'A';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gender = 'L';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digit = '9';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simbol = '@';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Pakai kutip SATU (' ')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0" y="228600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394960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Perbedaan Penting: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27432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x = 'A';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Kutip satu = char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y = "A";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Kutip dua = string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Kapan pakai char? Grade (A/B/C), Gender (L/P), Pilihan menu (1/2/3), Ya/Tidak (Y/T)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Tipe Data: string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EC4899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string = kumpulan karakter (teks/kalimat)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029200" cy="219456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37744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&lt;string&gt;  // Tambahkan ini!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nama = "Budi Santoso";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alamat = "Jl. Merdeka 10";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nim = "121140001";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kosong = "";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Pakai kutip DUA (" ")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2286000"/>
            <a:ext cx="30175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852160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Catatan: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274320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Bisa kosong: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Bisa mengandung spasi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Bisa panjang sekali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NIM sebaiknya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(karena tidak dihitung)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Jangan lupa #include &lt;string&gt; di awal program kalau mau pakai string!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Tipe Data: bool (Boolean)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✓/✗ bool = hanya 2 nilai: true (benar) atau false (salah)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57200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37744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sudahLulus = true;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adaUjian = false;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mahasiswaAktif = true;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 = 1, false = 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0" y="2286000"/>
            <a:ext cx="3474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394960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Kapan pakai bool?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27432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Status login (logged in?)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Flag (sudah selesai?)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Kondisi (hujan/tidak?)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Toggle (on/off)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Hasil perbandingan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bool sangat berguna untuk percabangan (if-else) yang akan dipelajari minggu depan!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Deklarasi vs Inisialisasi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📦 Deklarasi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Membuat variabel (kosong)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566160" cy="91440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1945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umur;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nama;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nilai;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📦 Deklarasi + Inisialisasi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Membuat variabel (langsung diisi)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103120"/>
            <a:ext cx="3566160" cy="91440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74920" y="21945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umur = 20;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nama = "Budi";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nilai = 85.5;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✏️ Assignment (mengisi/mengubah nilai)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393192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umur;       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Deklarasi (kosong)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umur = 20;          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Assignment (isi nilai 20)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umur = 21;          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Assignment lagi (ubah jadi 21)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Aturan Penamaan Variabel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28016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Boleh huruf, angka, underscore (_)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nama, umur2, total_nilai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6276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total-nilai, nilai!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993392"/>
            <a:ext cx="73152" cy="640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0848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Harus diawali huruf atau underscore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3408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nama, _temp, nilai1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3408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1nama, 2umur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2706624"/>
            <a:ext cx="73152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27980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Tidak boleh pakai spasi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0540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totalNilai, total_nilai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30540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total nilai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" y="3419856"/>
            <a:ext cx="73152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35112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Tidak boleh pakai reserved words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7673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myInt, namaString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37673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int, string, return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133088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57200" y="4133088"/>
            <a:ext cx="73152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42245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Case-sensitive (huruf besar/kecil beda)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4805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Nama ≠ nama ≠ NAMA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4480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(bukan error, tapi hati-hati)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48640" y="487375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Best Practice: Gunakan camelCase (totalNilai) atau snake_case (total_nilai) secara konsisten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dengan cin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EC4899">
              <a:alpha val="15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cin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haracter 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put (menerima input dari keyboard)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Syntax: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</a:t>
            </a:r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namaVariabel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4572000" cy="11887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8404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umur;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"Masukkan umur: 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umur;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"Umur kamu: " &lt;&lt; umur;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3749040"/>
            <a:ext cx="3474720" cy="11887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94960" y="3794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4114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Masukkan umur: </a:t>
            </a:r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Umur kamu: 20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String: cin vs getline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❌ Masalah dengan cin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cin berhenti di spasi!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3566160" cy="137160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1488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"Nama: 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nama;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Input: Budi Santoso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nama = "Budi" (hilang!)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Solusi: getline()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getline membaca sampai Enter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057400"/>
            <a:ext cx="3566160" cy="137160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74920" y="21488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"Nama: 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getline(cin, nama);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Input: Budi Santoso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nama = "Budi Santoso" 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Kapan pakai apa?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cin &gt;&gt; variabel;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→ untuk input SATU kata (tanpa spasi): nama depan, NIM, angka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getline(cin, variabel);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→ untuk input KALIMAT (dengan spasi): nama lengkap, alamat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Program Lengkap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34747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3716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&lt;string&gt;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nama;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tahunLahir;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"Nama: 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getline(cin, nama);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"Tahun lahir: 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tahunLahir;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umur = 2025 - tahunLahir;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"Halo " &lt;&lt; nama &lt;&lt; "!" &lt;&lt; endl;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"Umur kamu: " &lt;&lt; umur &lt;&lt; " tahun";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0" y="1280160"/>
            <a:ext cx="3200400" cy="16459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52160" y="1371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0" y="16916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Nama: </a:t>
            </a:r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Budi Santoso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Tahun lahir: </a:t>
            </a:r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Halo Budi Santoso!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Umur kamu: 20 tahun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3108960"/>
            <a:ext cx="3200400" cy="1645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85216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Breakdown: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35204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Deklarasi variabel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Minta input dari 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Proses (hitung umur)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Tampilkan hasil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Error Umum Variabel dan Input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Variabel tidak dideklarasi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560320" cy="36576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umur = 20;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560320" cy="3657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int umur = 20;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26480" y="1600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'umur' was not declared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Tipe data salah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2560320" cy="36576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int nama = "Budi";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83280" y="2606040"/>
            <a:ext cx="2560320" cy="3657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47472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string nama = "Budi";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 conversion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3291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Lupa #include &lt;string&gt;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2560320" cy="36576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31520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string nama;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83280" y="3566160"/>
            <a:ext cx="2560320" cy="3657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74720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#include &lt;string&gt;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'string' was not declared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4251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cin untuk string dengan spasi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526280"/>
            <a:ext cx="2560320" cy="36576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31520" y="4572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cin &gt;&gt; namaLengkap;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83280" y="4526280"/>
            <a:ext cx="2560320" cy="3657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474720" y="4572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getline(cin, namaLengkap);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4480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 terpotong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7200" y="4937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Error itu wajar! Baca pesan error, cari solusinya. Semakin banyak error, semakin banyak belajar!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Bertingkat (50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EASY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Deklarasi variabel, input sederhana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MEDIUM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20'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interaktif lengkap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2648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CHALLENGE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3816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Kalkulator, konversi satuan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Konsep yang dilatih: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Deklarasi variabel berbagai tipe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3840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Input dengan cin dan getline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Output gabungan variabel dan teks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4206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Perhitungan dengan variabel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EASY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Easy: Deklarasi dan Input Dasar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menit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3716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Deklarasi variabel nama (string), umur (int), ipk (float), aktif (bool). Beri nilai awal masing-masing.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8745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Tampilkan semua nilai variabel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5146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 menanyakan nama user, lalu menyapa dengan namanya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0175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Budi → Output: "Halo, Budi!"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6576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 meminta input 2 angka, lalu tampilkan keduanya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1605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10 dan 20 → Output: Angka: 10 dan 20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Lanjut ke Level Medium!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MEDIUM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Medium: Biodata Interaktif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 menit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biodata yang meminta input: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Nama lengkap (string)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NIM (string)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Tahun lahir (int)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IPK (float)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11480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3063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Output: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BIODATA MAHASISWA 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  : Budi Santoso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NIM   : 121140001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Umur  : 20 tahun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IPK   : 3.75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Hints: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4290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Hitung umur: 2025 - tahunLahir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Pakai getline untuk nama lengkap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Gunakan spasi untuk alignment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Tambahkan header dan footer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Challenge: Kalkulator dan Konversi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menit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Pilih salah satu tantangan: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🧮 Kalkulator Belanja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Nama barang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Harga satuan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Jumlah beli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 Total harga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🌡️ Konversi Suhu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Suhu dalam Celsius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Fahrenheit = (C × 9/5) + 32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Kelvin = C + 273.15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Super Challenge: Buat keduanya!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SOLUSI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Solusi: Kalkulator Belanja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34747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3716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&lt;string&gt;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namaBarang;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harga, jumlah;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"Nama barang: 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getline(cin, namaBarang);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"Harga satuan: Rp 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harga;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"Jumlah beli: 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jumlah;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total = harga * jumlah;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"\nTotal: Rp " &lt;&lt; total;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0" y="1280160"/>
            <a:ext cx="3200400" cy="18288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52160" y="1371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0" y="16916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 barang: </a:t>
            </a:r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Buku Tulis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Harga satuan: Rp </a:t>
            </a:r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 beli: </a:t>
            </a:r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Rp 15000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Assessment Individual (25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82880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ATURAN KETAT: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Dikerjakan SENDIRI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bantuan AI/ChatGPT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browsing internet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diskusi dengan teman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Pelanggaran = nilai 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Struktur 10 Soal: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soal CODING (70%)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Deklarasi, input, output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soal PENJELASAN (30%)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Tipe data, cin vs getline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Tipe Soal: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3931920" cy="118872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3794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Coding: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069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 meminta input nama dan umur, lalu tampilkan: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"[nama] berumur [umur] tahun"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703320"/>
            <a:ext cx="3931920" cy="118872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92040" y="3794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Penjelasan: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4069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perbedaan cin dan getline?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Kapan sebaiknya menggunakan masing-masing?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Referensi Belajar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" cy="1234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 Buku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Deitel - C++ How to Program, Chapter 2-3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276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Stroustrup - Programming Principles, Chapter 3-4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2286000"/>
            <a:ext cx="91440" cy="1234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Online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learncpp.com/cpp-tutorial/introduction-to-variables/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9992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cplusplus.com/doc/tutorial/variables/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2552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w3schools.com/cpp/cpp_variables.asp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3657600"/>
            <a:ext cx="91440" cy="1234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🎬 Video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YouTube: The Cherno - Variables in C++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708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YouTube: Bro Code - C++ Tutorial for Beginners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Tugas Minggu Ini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Tugas: Program Pendaftaran Mahasiswa Baru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 meminta input dan menampilkan: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yang diminta: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Nama lengkap (string)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Tempat lahir (string) dan tanggal lahir (int: dd, mm, yyyy)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Asal sekolah (string)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Nilai UN (float)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 Kartu pendaftaran dengan format rapi dan border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3931920" cy="118872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⏰ Deadline: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Sebelum Pertemuan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Submit via GDB Online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657600"/>
            <a:ext cx="3931920" cy="118872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Kriteria Penilaian: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40690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Tipe data tepat untuk setiap variabel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Input berfungsi dengan benar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Output rapi dan informatif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0B981">
              <a:alpha val="7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is the new oil.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adalah minyak baru.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Clive Humby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834640"/>
            <a:ext cx="6400800" cy="182880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54480" y="29718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📦  Variabel adalah dasar penyimpanan data di semua program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33832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🌍  Setiap aplikasi yang kalian pakai menggunakan variabel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37947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  Kuasai dasar ini, dan kalian bisa membuat apapun!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42062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 Praktik setiap hari, konsistensi adalah kunci!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Minggu depan: Operator dan Ekspresi - Saatnya menghitung! 🧮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10B981">
              <a:alpha val="7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57200"/>
            <a:ext cx="36576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 Praktikum Pemrograman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2: Variabel, Tipe Data, Input/Output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28600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Sampai jumpa di Pertemuan 3! 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Pemrograman - Pertemuan 2</dc:title>
  <dc:subject>PptxGenJS Presentation</dc:subject>
  <dc:creator>Teknik Informatika ITERA</dc:creator>
  <cp:lastModifiedBy>Teknik Informatika ITERA</cp:lastModifiedBy>
  <cp:revision>1</cp:revision>
  <dcterms:created xsi:type="dcterms:W3CDTF">2026-02-11T23:09:57Z</dcterms:created>
  <dcterms:modified xsi:type="dcterms:W3CDTF">2026-02-11T23:09:57Z</dcterms:modified>
</cp:coreProperties>
</file>
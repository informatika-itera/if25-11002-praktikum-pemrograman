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828800"/>
            <a:ext cx="4572000" cy="4572000"/>
          </a:xfrm>
          <a:prstGeom prst="ellipse">
            <a:avLst/>
          </a:prstGeom>
          <a:solidFill>
            <a:srgbClr val="059669">
              <a:alpha val="1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06B6D4">
              <a:alpha val="8000"/>
            </a:srgbClr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20040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97280"/>
            <a:ext cx="164592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457200" y="1097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IF25-11002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Praktikum Pemrograman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Pertemuan 11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5966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String &amp; Character Array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57200" y="3429000"/>
            <a:ext cx="228600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36576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Program Studi Teknik Informatika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Institut Teknologi Sumatera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Semester Ganjil 2025/2026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0" y="2743200"/>
            <a:ext cx="3383280" cy="22860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623560" y="288036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nama = "ITERA";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nama.length();  // 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nama[0];         // 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nama.substr(0,2);// IT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C-style: char s[] = "Hi";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🔗 Sinergi dengan MK Algoritma Pemrograman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solidFill>
            <a:srgbClr val="059669">
              <a:alpha val="12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0515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📎 Referensi Teori: MK Algoritma Pemrograman - Pertemuan 11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Konsep String dan operasinya sudah dibahas. Di praktikum: IMPLEMENTASI string di C++.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2011680"/>
            <a:ext cx="3931920" cy="4572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21031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Algoritma (Teori)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Konsep string sebagai array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Operasi dasar string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Algoritma pencarian substring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Manipulasi karakter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ASCII dan konversi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201168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754880" y="2011680"/>
            <a:ext cx="3931920" cy="45720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37760" y="21031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💻 Praktikum (Coding)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256032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C++ string class vs C-style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Input string dengan getline()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String methods (length, substr)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Manipulasi karakter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String comparison &amp; search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String = Array of Characters dengan fitur tambahan!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Capaian Pembelajaran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2344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CPL06: Mampu menganalisis dan mengimplementasi konsep dasar matematika, statistika, algoritma dan sistem komputer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Sub-CPMK Pertemuan 11: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2377440"/>
            <a:ext cx="54864" cy="4114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2450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11.1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88720" y="2450592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Membedakan string class dan C-style string (char array)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0" y="24505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57200" y="2834640"/>
            <a:ext cx="54864" cy="4114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29077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11.2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2907792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Mendeklarasikan, menginisialisasi, dan menerima input string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0" y="29077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C3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57200" y="3291840"/>
            <a:ext cx="54864" cy="4114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0080" y="33649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11.3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88720" y="3364992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Menggunakan method string (length, substr, find, dll)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0" y="33649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749040"/>
            <a:ext cx="8229600" cy="4114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57200" y="3749040"/>
            <a:ext cx="54864" cy="4114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" y="38221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11.4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88720" y="3822192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Melakukan manipulasi karakter (uppercase, lowercase)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0" y="38221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C48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57200" y="4206240"/>
            <a:ext cx="54864" cy="4114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40080" y="4279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11.5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88720" y="4279392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Mengimplementasikan operasi string (concat, compare, search)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72400" y="42793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📋 Outline Pertemuan 11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150 menit pembelajaran aktif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029200" cy="5943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188720"/>
            <a:ext cx="548640" cy="5943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118872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10'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" y="1280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🔄 Review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53619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Recap Array 2D (P10)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5029200" cy="5943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7200" y="1874520"/>
            <a:ext cx="548640" cy="5943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187452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15'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19659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💪 Struggle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22199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Tantangan: input nama lengkap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5029200" cy="5943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57200" y="2560320"/>
            <a:ext cx="548640" cy="5943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7200" y="256032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50'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97280" y="2651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Materi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290779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String: deklarasi, method, manipulasi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246120"/>
            <a:ext cx="5029200" cy="5943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57200" y="3246120"/>
            <a:ext cx="548640" cy="5943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57200" y="324612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50'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97280" y="33375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⌨️ Hands-on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359359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Latihan string bertingkat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5029200" cy="5943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57200" y="3931920"/>
            <a:ext cx="548640" cy="5943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57200" y="393192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25'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97280" y="40233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📝 Exit Ticket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7280" y="427939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soal assessment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69280" y="1188720"/>
            <a:ext cx="320040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669280" y="1371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Topik Hari Ini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852160" y="17830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String vs Char Array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852160" y="213055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Deklarasi &amp; Input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852160" y="247802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String Methods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852160" y="282549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Akses Karakter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852160" y="317296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Manipulasi String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852160" y="35204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Pencarian &amp; Compare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🔄 REVIEW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Recap: Array 2 Dimensi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18288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146304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Array 2D - Matrix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matrix[3][4];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3; i++)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j = 0; j &lt; 4; j++)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matrix[i][j];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93776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📊 Key Concepts Array 2D: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37760" y="178308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Akses: arr[baris][kolom]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Nested loop untuk traversal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Sum per baris/kolom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Transpose matrix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Index dari 0 s/d n-1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8229600" cy="1463040"/>
          </a:xfrm>
          <a:prstGeom prst="rect">
            <a:avLst/>
          </a:prstGeom>
          <a:solidFill>
            <a:srgbClr val="059669">
              <a:alpha val="12000"/>
            </a:srgbClr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35204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🤔 Pertanyaan: Bagaimana menyimpan TEKS seperti nama, alamat, kata?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9319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Array biasa: int, double, char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Teks = kumpulan karakter = char[]? atau ada yang lebih mudah?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Jawabannya: STRING! 🎉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💪 STRUGGLE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Tantangan 15 Menit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554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Misi: Input Nama Lengkap Mahasiswa!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Buat program untuk: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Input nama lengkap mahasiswa (bisa ada spasi!)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Input NIM (angka)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Tampilkan: "Selamat datang, [NAMA] - [NIM]"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nama: Budi Santoso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NIM: 123456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Output: Selamat datang, Budi Santoso - 123456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94960" y="2011680"/>
            <a:ext cx="3108960" cy="1828800"/>
          </a:xfrm>
          <a:prstGeom prst="rect">
            <a:avLst/>
          </a:prstGeom>
          <a:solidFill>
            <a:srgbClr val="282C34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0" y="21031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🤔 Masalah: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0" y="237744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nama;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cin &gt;&gt; nama;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Input: Budi Santoso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nama = "Budi" saja!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"Santoso" hilang! 😱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Bagaimana solusinya?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🔍 cin &gt;&gt; berhenti di SPASI! Coba cari cara lain...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MATERI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String Class vs C-Style String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371600"/>
            <a:ext cx="3931920" cy="41148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417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C++ string (Recommended)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36576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#include &lt;string&gt;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string nama = "ITERA";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string kota;  // kosong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// Fitur: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Ukuran dinamis (auto resize)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Built-in methods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Mudah digunakan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Aman dari buffer overflow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931920" cy="4114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754880" y="1417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⚠️ C-Style char[] (Legacy)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1828800"/>
            <a:ext cx="36576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#include &lt;cstring&gt;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char nama[50] = "ITERA";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char kota[20];  // garbage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// Karakteristik: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Ukuran tetap (harus cukup!)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Fungsi: strlen, strcpy, dll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Harus hitung manual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Risiko buffer overflow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8229600" cy="1005840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40233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Di praktikum ini, kita fokus ke C++ string class!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3434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Lebih mudah, aman, dan sesuai standar modern C++. C-style hanya untuk pemahaman dasar.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MATERI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Deklarasi &amp; Input String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237744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1463040"/>
            <a:ext cx="7863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&lt;string&gt;  // WAJIB untuk string!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Deklarasi &amp; Inisialisasi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nama = "Budi";       // dengan nilai awal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kota;                 // kosong ("")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alamat("Lampung");    // cara lain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Input TANPA spasi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cin &gt;&gt; nama;  // "Budi Santoso" → hanya "Budi"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Input DENGAN spasi (SOLUSI!)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getline(cin, nama);  // "Budi Santoso" → lengkap!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3931920"/>
            <a:ext cx="8229600" cy="1005840"/>
          </a:xfrm>
          <a:prstGeom prst="rect">
            <a:avLst/>
          </a:prstGeom>
          <a:solidFill>
            <a:srgbClr val="EF4444">
              <a:alpha val="12000"/>
            </a:srgbClr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40233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⚠️ PENTING: getline() setelah cin &gt;&gt; ...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42976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cin &gt;&gt; meninggalkan '\n' di buffer. Solusi: cin.ignore(); sebelum getline()!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String Methods - Dasar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2004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96012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 = "ITERA Lampung";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length() / size() - panjang string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s.length();     // 13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s.size();       // 13 (sama saja)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empty() - cek kosong atau tidak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s.empty();      // 0 (false, tidak kosong)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clear() - mengosongkan string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s.clear();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s.empty();      // 1 (true, sekarang kosong)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Akses karakter dengan index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t = "Hello";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t[0];           // 'H'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t[4];           // 'o'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t.at(1);        // 'e' (dengan bounds checking)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4251960"/>
            <a:ext cx="8229600" cy="685800"/>
          </a:xfrm>
          <a:prstGeom prst="rect">
            <a:avLst/>
          </a:prstGeom>
          <a:solidFill>
            <a:srgbClr val="F59E0B">
              <a:alpha val="12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43891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s[i] vs s.at(i): at() throws exception jika i out of range, [] tidak!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String Methods - substr() &amp; find()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22860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substr() - ambil sebagian string: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1887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 = "Hello World";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substr(pos, len)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s.substr(0, 5);   // "Hello"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s.substr(6, 5);   // "World"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s.substr(6);      // "World"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// (sampai akhir)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754880" y="868680"/>
            <a:ext cx="3931920" cy="22860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84632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find() - cari substring: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92040" y="11887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 = "Hello World";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find(str) - return posisi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s.find("World"); // 6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s.find("o");     // 4 (pertama)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s.find("xyz");   // string::npos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// (tidak ketemu)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" y="3383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📊 Visualisasi Index: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749040"/>
            <a:ext cx="457200" cy="4114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37490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2062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234440" y="3749040"/>
            <a:ext cx="457200" cy="4114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234440" y="37490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42062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37360" y="3749040"/>
            <a:ext cx="457200" cy="4114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737360" y="37490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737360" y="42062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240280" y="3749040"/>
            <a:ext cx="457200" cy="4114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240280" y="37490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240280" y="42062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743200" y="3749040"/>
            <a:ext cx="457200" cy="4114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743200" y="37490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743200" y="42062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46120" y="3749040"/>
            <a:ext cx="457200" cy="4114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246120" y="37490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246120" y="42062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749040" y="3749040"/>
            <a:ext cx="457200" cy="4114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3749040" y="37490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749040" y="42062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251960" y="3749040"/>
            <a:ext cx="457200" cy="4114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251960" y="37490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251960" y="42062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54880" y="3749040"/>
            <a:ext cx="457200" cy="4114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754880" y="37490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754880" y="42062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257800" y="3749040"/>
            <a:ext cx="457200" cy="4114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5257800" y="37490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257800" y="42062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760720" y="3749040"/>
            <a:ext cx="457200" cy="4114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5760720" y="37490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760720" y="42062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583680" y="38862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find("World") = 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Concatenation &amp; Append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960120"/>
            <a:ext cx="7863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a = "Hello";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b = "World";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Operator + (gabung string)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c = a + " " + b;      // "Hello World"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Operator += (append)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+= " Everyone";            // a = "Hello Everyone"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append() method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d = "Hi";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d.append(" there");           // "Hi there"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d.append("!!!", 0, 2);        // "Hi there!!" (ambil 2 char)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push_back() - tambah 1 karakter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d.push_back('!');             // "Hi there!!!"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3794760"/>
            <a:ext cx="8229600" cy="1143000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38862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Tips Concatenation: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416052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Gunakan + untuk gabung sederhana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+= atau append() untuk menambah ke string yang ada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push_back() untuk menambah satu karakter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String Comparison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4572000" cy="256032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960120"/>
            <a:ext cx="42976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Relational operators (berdasarkan ASCII)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a = "apple", b = "banana";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(a == b);  // 0 (false)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(a != b);  // 1 (true)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(a &lt; b);   // 1 (true, 'a' &lt; 'b')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(a &gt; b);   // 0 (false)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Case sensitive!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c = "Apple";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(a == c);  // 0! ('a' != 'A')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compare() method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a.compare(b);  // negatif (a &lt; b)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a.compare(a);  // 0 (sama)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b.compare(a);  // positif (b &gt; a)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212080" y="868680"/>
            <a:ext cx="3474720" cy="25603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94960" y="9601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📊 ASCII Reference: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94960" y="123444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'0'-'9' : 48-57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'A'-'Z' : 65-90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'a'-'z' : 97-122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Urutan ASCII: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'0' &lt; '9' &lt; 'A' &lt; 'Z' &lt; 'a' &lt; 'z'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Jadi: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"Apple" &lt; "apple"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"123" &lt; "abc"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"a" &lt; "b" &lt; "c"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3611880"/>
            <a:ext cx="8229600" cy="868680"/>
          </a:xfrm>
          <a:prstGeom prst="rect">
            <a:avLst/>
          </a:prstGeom>
          <a:solidFill>
            <a:srgbClr val="EC4899">
              <a:alpha val="12000"/>
            </a:srgbClr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37033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⚠️ Perbandingan string CASE SENSITIVE! "Apple" ≠ "apple"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9776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Untuk case-insensitive compare, konversi ke lowercase/uppercase dulu!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Manipulasi Karakter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56032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96012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&lt;cctype&gt;  // untuk fungsi karakter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c = 'A';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Konversi case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(char)tolower(c);  // 'a'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(char)toupper('b'); // 'B'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Cek jenis karakter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isalpha('A');   // 1 (true, huruf)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isdigit('5');   // 1 (true, angka)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isspace(' ');   // 1 (true, whitespace)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isupper('A');   // 1 (true, uppercase)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islower('a');   // 1 (true, lowercase)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isalnum('5');   // 1 (true, alphanumeric)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3611880"/>
            <a:ext cx="82296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37033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📝 Contoh: Konversi string ke uppercase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40233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 = "Hello World";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s.length(); i++) { s[i] = toupper(s[i]);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s;  // "HELLO WORLD"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Replace, Erase, Insert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2004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96012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 = "Hello World";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replace(pos, len, new_str) - ganti sebagian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s.replace(6, 5, "ITERA");     // "Hello ITERA"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erase(pos, len) - hapus sebagian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t = "Hello World";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t.erase(5, 6);                 // "Hello" (hapus " World")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t.erase(3);                    // "Hel" (hapus dari pos 3 sampai akhir)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insert(pos, str) - sisipkan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u = "Hello!";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u.insert(5, " World");         // "Hello World!"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pop_back() - hapus karakter terakhir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u.pop_back();                  // "Hello World"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4251960"/>
            <a:ext cx="8229600" cy="685800"/>
          </a:xfrm>
          <a:prstGeom prst="rect">
            <a:avLst/>
          </a:prstGeom>
          <a:solidFill>
            <a:srgbClr val="059669">
              <a:alpha val="12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43891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Semua method ini MEMODIFIKASI string asli (in-place)!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🐛 ERRORS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Common Errors String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3533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cin &gt;&gt; dengan spasi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62763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cin &gt;&gt; nama; // "Budi Aja"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474720" y="162763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getline(cin, nama);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400800" y="1463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Pakai getline!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938528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20116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getline setelah cin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2860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cin &gt;&gt; n; getline(cin, s);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474720" y="22860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cin &gt;&gt; n; cin.ignore(); getline();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400800" y="212140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Pakai cin.ignore()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2596896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0080" y="26700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Index out of range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2944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s[100] di string panjang 5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474720" y="2944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s.at(i) atau cek length() dulu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400800" y="277977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Cek bounds!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3255264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0080" y="332841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Lupa #include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360273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string s; // tanpa include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474720" y="360273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#include &lt;string&gt;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400800" y="343814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Include dulu!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3913632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40080" y="398678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Compare case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" y="426110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"Apple" == "apple"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474720" y="426110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tolower() semua dulu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400800" y="40965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Case sensitive!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Ingat: getline() untuk input dengan spasi, cek index sebelum akses!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⌨️ HANDS-ON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Latihan Bertingkat (50 menit)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371600"/>
            <a:ext cx="2651760" cy="5029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3898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EASY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468880" y="138988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15'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9659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&amp; output string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Akses karakter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291840" y="1371600"/>
            <a:ext cx="2651760" cy="5029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291840" y="13898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MEDIUM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03520" y="138988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20'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19659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String methods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Manipulasi case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37160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126480" y="1371600"/>
            <a:ext cx="2651760" cy="5029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126480" y="13898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CHALLENGE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38160" y="138988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15'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19659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Palindrome, word count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Enkripsi sederhana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Konsep yang dilatih: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Input dengan getline()    • String methods    • Traversal karakter    • Manipulasi case    • Algoritma string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88720" cy="3200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⭐ EASY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Level Easy: Dasar String (15')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481328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481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37160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Biodata Mahasiswa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17373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nama (dengan spasi), NIM, jurusan. Tampilkan dengan format rapi.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0080" y="2487168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2487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3774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String Info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27432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string. Tampilkan: panjang, karakter pertama, karakter terakhir.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0080" y="3493008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3493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3832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Inisial Nama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37490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nama lengkap. Tampilkan inisial (huruf pertama tiap kata). Contoh: Budi Santoso → BS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Selesai semua? Lanjut ke Level Medium!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⭐⭐ MEDIUM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Level Medium: Manipulasi String (20')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48132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481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37160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Convert Case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17373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string. Menu: 1) UPPERCASE 2) lowercase 3) Title Case. Output sesuai pilihan.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0080" y="248716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2487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3774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Hitung Vokal &amp; Konsonan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27432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string. Hitung dan tampilkan jumlah huruf vokal dan konsonan.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0080" y="349300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3493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3832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Replace Kata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37490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kalimat, kata yang dicari, kata pengganti. Ganti semua kemunculan kata.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Selesai semua? Tantang dirimu di Level Challenge!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🏆 CHALLENGE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Level Challenge: Lanjutan (15')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371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7️⃣ Palindrome Checker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string. Cek apakah palindrome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(sama dibaca dari depan &amp; belakang).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Abaikan spasi dan case.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"Kasur rusak" → 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"Hello" → false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937760" y="1371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8️⃣ Word Counter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73736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kalimat. Hitung: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Jumlah kata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Jumlah karakter (tanpa spasi)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Kata terpanjang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Contoh: "Hello World ITERA"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3 kata, 15 karakter, "Hello"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3657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🏆 Super Challenge: Caesar Cipher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0233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Implementasi enkripsi Caesar Cipher sederhana.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Input: string dan shift (1-25). Geser setiap huruf.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Contoh: "ABC" shift 3 → "DEF", "XYZ" shift 3 → "ABC" (wrap around)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📝 EXIT TICKET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Assessment Individual (25 menit)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31920" cy="1645920"/>
          </a:xfrm>
          <a:prstGeom prst="rect">
            <a:avLst/>
          </a:prstGeom>
          <a:solidFill>
            <a:srgbClr val="EF4444">
              <a:alpha val="12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417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⚠️ ATURAN KETAT: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Dikerjakan SENDIRI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TANPA bantuan AI/ChatGPT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TANPA browsing internet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TANPA diskusi dengan teman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Pelanggaran = nilai 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937760" y="1417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📊 Struktur 10 Soal: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78308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 soal CODING (70%)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String operations &amp; methods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 soal KONSEP (30%)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String vs char[], methods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154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 Soal: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3931920" cy="1280160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94360" y="3611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Coding: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38862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Buat program yang membalik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string tanpa menggunakan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function reverse bawaan.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3520440"/>
            <a:ext cx="3931920" cy="1280160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892040" y="3611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Konsep: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38862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Apa perbedaan cin &gt;&gt; dan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getline()? Kapan masing-masing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digunakan?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📋 Tugas Minggu Ini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914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Tugas: Text Analyzer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Buat program Text Analyzer dengan fitur: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Input teks (bisa multi-baris, akhiri dengan baris kosong)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Menu pilihan: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a) Hitung jumlah kata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b) Hitung jumlah kalimat (berakhir . ! ?)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c) Hitung jumlah paragraf (pisah enter ganda)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d) Cari dan ganti kata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e) Tampilkan statistik huruf (a-z masing-masing)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f) Convert ke UPPERCASE / lowercase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g) Cek palindrome (per kata)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h) Exit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Validasi semua input dan tampilkan hasil dengan rapi!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4297680"/>
            <a:ext cx="3931920" cy="640080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43891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⏰ Deadline: Sebelum Pertemuan 12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📤 Submit via GDB Online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4297680"/>
            <a:ext cx="3931920" cy="640080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937760" y="43891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Gunakan function untuk modularitas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Handle edge cases!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Referensi Belajar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914400"/>
            <a:ext cx="91440" cy="11430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0058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📖 Buku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Deitel - C++ How to Program, Chapter 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Stroustrup - Programming Principles, Chapter 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2194560"/>
            <a:ext cx="91440" cy="11430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31520" y="2286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🌐 Online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cplusplus.com/reference/string/string/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learncpp.com/cpp-tutorial/introduction-to-stdstring/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geeksforgeeks.org/strings-in-cpp/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3474720"/>
            <a:ext cx="91440" cy="11430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5661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🔗 MK Algoritma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9319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Pertemuan 11: Konsep String dan Operasinya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Algoritma pencarian dan manipulasi string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Minggu depan: Function (Modularitas Program)!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📋 Rangkuman String Methods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777240"/>
            <a:ext cx="73152" cy="43891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8686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Info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103120" y="86868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length(), size(), empty()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52728"/>
            <a:ext cx="8229600" cy="43891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252728"/>
            <a:ext cx="73152" cy="43891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3441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Akses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03120" y="134416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s[i], at(i), front(), back()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728216"/>
            <a:ext cx="82296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1728216"/>
            <a:ext cx="73152" cy="43891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181965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Cari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03120" y="181965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find(), rfind(), find_first_of()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203704"/>
            <a:ext cx="8229600" cy="43891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57200" y="2203704"/>
            <a:ext cx="73152" cy="43891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229514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Potong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03120" y="229514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substr(pos, len)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679192"/>
            <a:ext cx="82296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57200" y="2679192"/>
            <a:ext cx="73152" cy="43891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0080" y="277063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Modifikasi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103120" y="27706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append(), insert(), erase(), replace()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154680"/>
            <a:ext cx="8229600" cy="43891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457200" y="3154680"/>
            <a:ext cx="73152" cy="43891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40080" y="32461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Karakter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103120" y="324612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push_back(), pop_back()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630168"/>
            <a:ext cx="82296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57200" y="3630168"/>
            <a:ext cx="73152" cy="43891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40080" y="37216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Compare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103120" y="372160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compare(), ==, !=, &lt;, &gt;, &lt;=, &gt;=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4105656"/>
            <a:ext cx="8229600" cy="43891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457200" y="4105656"/>
            <a:ext cx="73152" cy="438912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40080" y="419709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Utility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103120" y="419709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clear(), swap(), c_str()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solidFill>
            <a:srgbClr val="059669">
              <a:alpha val="10000"/>
            </a:srgbClr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40080" y="468172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Reference lengkap: cplusplus.com/reference/string/string/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📝 Ringkasan Pertemuan 11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777240"/>
            <a:ext cx="73152" cy="47548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8869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String Class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377440" y="886968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#include &lt;string&gt;, ukuran dinamis, fitur lengkap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8229600" cy="47548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325880"/>
            <a:ext cx="73152" cy="47548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43560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C-style char[]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77440" y="1435608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Ukuran tetap, manual, risiko overflow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822960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1874520"/>
            <a:ext cx="73152" cy="47548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19842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77440" y="1984248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cin &gt;&gt; (tanpa spasi), getline() (dengan spasi)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423160"/>
            <a:ext cx="8229600" cy="47548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57200" y="2423160"/>
            <a:ext cx="73152" cy="47548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25328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Akses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77440" y="2532888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s[i] atau s.at(i), index dari 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971800"/>
            <a:ext cx="822960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57200" y="2971800"/>
            <a:ext cx="73152" cy="47548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0080" y="30815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Methods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377440" y="3081528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length, substr, find, append, replace, erase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520440"/>
            <a:ext cx="8229600" cy="47548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457200" y="3520440"/>
            <a:ext cx="73152" cy="47548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40080" y="36301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Manipulasi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377440" y="3630168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toupper, tolower, isalpha, isdigit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160520"/>
            <a:ext cx="8229600" cy="822960"/>
          </a:xfrm>
          <a:prstGeom prst="rect">
            <a:avLst/>
          </a:prstGeom>
          <a:solidFill>
            <a:srgbClr val="282C34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94360" y="425196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&lt;string&gt;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s; getline(cin, s);  // input dengan spasi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s.length() &lt;&lt; s.substr(0,5) &lt;&lt; s.find("kata");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5486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Programs must be written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 people to read,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5966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and only incidentally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5966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 machines to execute.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- Harold Abelson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4114800"/>
            <a:ext cx="6400800" cy="914400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554480" y="420624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📝 String membantu kita bekerja dengan TEKS - elemen penting komunikasi manusia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🔤 Dari input user, file, hingga data web - semuanya melibatkan string!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1828800"/>
            <a:ext cx="5486400" cy="5486400"/>
          </a:xfrm>
          <a:prstGeom prst="ellipse">
            <a:avLst/>
          </a:prstGeom>
          <a:solidFill>
            <a:srgbClr val="059669">
              <a:alpha val="7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06B6D4">
              <a:alpha val="7000"/>
            </a:srgbClr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457200"/>
            <a:ext cx="365760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Terima Kasih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3657600" y="2286000"/>
            <a:ext cx="1828800" cy="36576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457200" y="2560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IF25-11002 Praktikum Pemrograman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Pertemuan 11: String &amp; Character Array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286000" y="3474720"/>
            <a:ext cx="4572000" cy="10972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2286000" y="36118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Program Studi Teknik Informatika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Institut Teknologi Sumatera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2025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Sampai jumpa di Pertemuan 12: Function! 👋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Praktikum Pemrograman - Pertemuan 11</dc:title>
  <dc:subject>PptxGenJS Presentation</dc:subject>
  <dc:creator>PptxGenJS</dc:creator>
  <cp:lastModifiedBy>PptxGenJS</cp:lastModifiedBy>
  <cp:revision>1</cp:revision>
  <dcterms:created xsi:type="dcterms:W3CDTF">2026-03-11T03:59:52Z</dcterms:created>
  <dcterms:modified xsi:type="dcterms:W3CDTF">2026-03-11T03:59:52Z</dcterms:modified>
</cp:coreProperties>
</file>
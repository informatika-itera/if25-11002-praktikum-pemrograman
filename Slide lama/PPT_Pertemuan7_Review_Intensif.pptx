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F43F5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Latihan Intensif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858000" y="274320"/>
            <a:ext cx="1828800" cy="73152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320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PERSIAPAN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0" y="2926080"/>
            <a:ext cx="3383280" cy="21031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2356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 P1-P6: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23560" y="33375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Variabel &amp; Tipe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Input/Output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Operator &amp; Ekspresi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Percabangan (if, switch)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Perulangan (for, while)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&amp; Pattern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Tujuan Pertemuan 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43F5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Persiapan menghadapi UTS dengan me-review semua materi P1-P6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 berlatih soal-soal intensif untuk memastikan pemahaman solid.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Materi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Mengingat kembali konsep P1-P6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949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Intensif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Mengerjakan soal-soal level 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8872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Debugging Skills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Menemukan dan memperbaiki error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9496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Berlatih mengerjakan dengan waktu terbatas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UTS akan mencakup SEMUA materi dari Pertemuan 1 sampai 6!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7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review &amp; latihan intensif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 Kilat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materi P1-P6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Tanya Jawab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219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Klarifikasi konsep yang sulit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Latihan Intensif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Soal-soal level UTS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Debugging Challenge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593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Temukan &amp; perbaiki error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Tips UTS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2793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 menghadapi UTS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188720"/>
            <a:ext cx="3200400" cy="32004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📅 INFO UTS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182880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Materi: P1-P6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Teori (30%)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Coding (70%)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Waktu: 90 menit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Sifat: Closed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Tanpa AI/Internet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P1-P2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Review: Variabel, Tipe Data, I/O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Tipe Data Utama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 = 20;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21214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suhu = 36.5;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24140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0" y="24140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pi = 3.14159;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7066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huruf = 'A';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2999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0" y="29992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lulus = true;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3291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 = "Ali";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Input/Output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828800"/>
            <a:ext cx="3566160" cy="16459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9202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"Halo"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"Nilai: " &lt;&lt; x;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angka;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getline(cin, nama);  // dengan spasi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🧠 Quick Quiz: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Tipe data apa untuk menyimpan IPK (misal 3.75)?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Apa bedanya cin &gt;&gt; dan getline()?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int x = 7/2; → Berapa nilai x?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91440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Review: Operator &amp; Ekspresi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Aritmatika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 * / 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7/2=3, 7%2=1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+= -= *= /=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+= 5 → x = x+5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Increment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--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i++ (post), ++i (pre)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Relasional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!= &lt; &gt; &lt;= &gt;=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3 → true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77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Logika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|| 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false → false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Precedence: () → * / % → + - → &lt; &gt; &lt;= &gt;= → == != → &amp;&amp; → ||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91440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Review: Percabangan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20116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if-else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(kondisi)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(kondisi2)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kondisi2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semua false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743200" cy="20116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25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switch-case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(var)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kode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kode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default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560320" cy="20116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325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ternary ( ? : 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= (kondisi)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nilai_true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nilai_false;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Contoh: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status =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(nilai &gt;= 75)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"LULUS"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"TIDAK LULUS";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Kapan Pakai?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if-else: Kondisi dengan RANGE atau KOMPLEKS (&gt;, &lt;, &amp;&amp;, ||)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switch: Nilai PASTI/DISKRIT (menu 1,2,3 atau grade A,B,C)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ternary: Shortcut untuk if-else SEDERHANA (1 baris, 2 pilihan)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91440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Review: Perulangan (Loop)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(init; kondisi; update)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📌 Jumlah DIKETAHUI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Ex: Cetak 1-100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280160"/>
            <a:ext cx="265176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173736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(kondisi)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📌 Jumlah TIDAK diketahui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Ex: Validasi input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80160"/>
            <a:ext cx="265176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73736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(kondisi);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21792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📌 Minimal 1x eksekusi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Ex: Menu program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Pola Penting: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Akumulasi: int sum = 0; → sum += i;   |   • Faktorial: int f = 1; → f *= i;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Counter: int count = 0; → count++;   |   • break (keluar) vs continue (skip)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91440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Review: Nested Loop &amp; Pattern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Nested Loop = Loop dalam Loop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n; i++)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Loop LUAR = baris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i; j++)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Loop DALAM = kolom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"* 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🌟 Pola Umum: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Segitiga: j &lt;=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** | ***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Segitiga Terbalik: j &lt;= n-i+1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| ** | *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37760" y="2788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Piramida: spasi: n-i, bintang: 2i-1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|  *** | *****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Kompleksitas &amp; Tips: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= O(n²) - hati-hati dengan n besar!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Loop LUAR = baris, Loop DALAM = isi per baris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endl SETELAH loop dalam selesai (bukan di dalam loop j)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break hanya keluar dari 1 loop terdekat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Q&amp;A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Sesi Tanya Jawab (20 menit)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Materi mana yang masih BINGUNG?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Tipe Data &amp; Variabel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10312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➕ Operator &amp; Ekspresi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2103120"/>
            <a:ext cx="73152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🔀 Percabangan (if/switch)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🔁 Perulangan (for/while)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10896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3108960"/>
            <a:ext cx="731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Nested Loop &amp; Pattern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10896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3108960"/>
            <a:ext cx="73152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Debugging &amp; Error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🙋 Angkat tangan dan tanyakan sekarang!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LATIHAN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Intensif (60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Kerjakan SENDIRI tanpa AI/Internet - Simulasi kondisi UTS!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20116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128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WARM-UP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dasar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data, I/O, operator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219456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2194560"/>
            <a:ext cx="201168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2128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788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percabangan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if-else, switch, ternary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20116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128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788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perulangan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for, while, akumulasi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219456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2194560"/>
            <a:ext cx="201168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2128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2788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soal kombinasi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Nested loop, pattern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Target: Minimal selesaikan WARM-UP + LEVEL 1 + LEVEL 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🏃 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Soal Dasar (10 menit)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Konversi Suhu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suhu Celsius, output Fahrenheit dan Kelvin.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Rumus: F = C×9/5 + 32, K = C + 273.15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Luas &amp; Keliling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panjang dan lebar persegi panjang.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luas dan keliling.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74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Swap Variabel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2 angka (a dan b), tukar nilainya.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nilai setelah ditukar.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Waktu: 10 menit | Selesai? Lanjut ke Level 1!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LEVEL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Percabangan (15 menit)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Kategori Umur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umur. Output kategori: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Balita (&lt;5), Anak (5-12), Remaja (13-17), Dewasa (18-59), Lansia (&gt;=60)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Kalkulator Sederhana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2 angka dan operator (+, -, *, /).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 switch-case. Handle pembagian dengan 0!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74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Nilai ke Grade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nilai (0-100). Output grade: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(&gt;=85), B (70-84), C (55-69), D (40-54), E (&lt;40)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 ternary untuk menentukan LULUS (&gt;=55) atau TIDAK.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Waktu: 15 menit | Selesai? Lanjut ke Level 2!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⭐⭐ LEVEL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Perulangan (20 menit)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Deret Bilangan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n. Cetak bilangan: 1, 4, 9, 16, 25, ... (n suku pertama).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Hint: Ini adalah deret kuadrat (1², 2², 3², ...)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FizzBuzz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Cetak 1-100. Jika habis dibagi 3 cetak "Fizz", habis dibagi 5 cetak "Buzz",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habis dibagi keduanya cetak "FizzBuzz", selain itu cetak angkanya.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74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Prima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angka n. Cek apakah n adalah bilangan prima.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 = hanya habis dibagi 1 dan dirinya sendiri.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Waktu: 20 menit | Selesai? Tantang dirimu di BOSS Level!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👹 BOSS LEVEL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Nested Loop &amp; Pattern (15 menit)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🔟 Piramida Angka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n. Cetak pola: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566160" cy="16459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n=4: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2 3 2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3 4 5 4 3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4 5 6 7 6 5 4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1️⃣1️⃣ Hollow Diamond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 (ganjil). Cetak: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103120"/>
            <a:ext cx="3566160" cy="16459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1945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n=5: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 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Selesaikan keduanya = SIAP UTS!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DEBUGGING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Debugging Challenge (25 menit)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Temukan ERROR dalam kode berikut dan PERBAIKI!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🔤 Syntax Error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Typo, lupa semicolon, kurung tidak match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🧠 Logic Error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697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Kondisi salah, loop infinite, hasil salah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💥 Runtime 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Pembagian 0, index out of bound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5 kode bermasalah akan ditampilkan. Temukan dan perbaiki semua error!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Debug #1: Syntax Error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 menghitung rata-rata 3 angka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a, b, 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"Masukkan 3 angka: 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a &gt;&gt; b &gt;&gt; 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rata = (a + b + c) /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"Rata-rata: " &lt;&lt; rata &lt;&lt; endl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Temukan SEMUA error syntax di kode di atas!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Hint: Ada 4 error. Perhatikan tanda baca yang hilang!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Debug #2: Logic Error - Loop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 cetak 10 sampai 1 (mundur)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10; i &gt;= 1;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i &lt;&lt; " 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Program ini menyebabkan INFINITE LOOP. Mengapa?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output: 10 9 8 7 6 5 4 3 2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Actual: Program tidak berhenti (infinite loop)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cara memperbaikinya?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Debug #3: Logic Error - Kondisi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 cek bilangan genap atau ganjil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angka;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"Masukkan angka: 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angka;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(angka % 2 = 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"Genap" &lt;&lt; endl;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"Ganjil" &lt;&lt; endl;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Program ini error saat compile. Di baris mana errornya?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Hint: Perhatikan perbedaan = dan ==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Debug #4: Logic Error - Akumulasi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 hitung faktorial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faktorial;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"Masukkan n: 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&lt;= n;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faktorial = faktorial * i;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 &lt;&lt; "! = " &lt;&lt; faktorial &lt;&lt; endl;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Input n=5, harusnya output 120 tapi hasilnya SALAH/RANDOM. Mengapa?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Hint: Variabel belum diinisialisasi akan berisi "garbage value"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Debug #5: Logic Error - Switch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 menu sederhana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pilihan;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"1. Halo\n2. Selamat Tinggal\n";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"Pilih: "; cin &gt;&gt; pilihan;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(pilihan)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1: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"Halo!"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2: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"Selamat Tinggal!"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"Pilihan tidak valid"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Input 1, harusnya hanya "Halo!" tapi keluar SEMUA. Mengapa?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Hint: Ada statement yang hilang setelah setiap case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Jawaban Debugging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 ; di: line 3, 7, 10,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Ganti i++ menjadi i--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4884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Ganti = menjadi == di kondisi if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26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Inisialisasi: int faktorial = 1;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2900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6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 break; setelah setiap case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Tips: Baca error message dengan teliti! Compiler biasanya memberitahu baris error.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TIPS UTS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 Menghadapi UTS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Sebelum 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Review semua materi P1-P6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Latihan soal dari hands-on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Pahami KONSEP, bukan hafal kode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Tidur cukup malam sebelumnya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Saat UTS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Baca soal dengan TELITI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Kerjakan yang MUDAH dulu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Jangan terpaku di 1 soal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Sisakan waktu untuk 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Tips Coding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Tulis komentar untuk logika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Cek semicolon &amp; kurung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Perhatikan = vs 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Inisialisasi variabel akumulator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INGAT: UTS CLOSED BOOK - Tanpa AI, tanpa internet, tanpa contekan!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Checklist Materi UTS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Variabel &amp; Tipe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int, float, double, char, bool, string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727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Input/Output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cin, cout, getline, endl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2128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Aritmatika, assignment, increment, relasional, logika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852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Percabangan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880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if, if-else, if-else if-else, switch-case, ternary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930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Perulangan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for, while, do-while, break, continue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1330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Nested Loop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bersarang, pattern bintang/angka, kompleksitas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Centang setiap topik yang sudah kamu kuasai!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 Mandiri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Slide &amp; Materi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PPT Pertemuan 1-6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Kode hands-on setiap pertemuan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Kunci jawaban Exit Ticket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 Resources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 (tutorial lengkap)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cplusplus.com/doc/tutorial/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w3schools.com/cpp/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Latihan Coding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Hackerrank C++ Track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Codeforces (problem A-B)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Ulangi soal hands-on P1-P6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Kunci sukses: LATIHAN, LATIHAN, dan LATIHAN!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 is not final,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failure is not fatal.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 is the courage to continue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that counts.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Winston Churchill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4114800"/>
            <a:ext cx="6400800" cy="82296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4251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Persiapan matang = Hasil maksimal. Semangat UTS! 💪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F43F5E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7: Review &amp; Latihan Intensif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0" y="4663440"/>
            <a:ext cx="54864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8288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SUKSES UTS! Sampai jumpa setelah UTS! 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7</dc:title>
  <dc:subject>PptxGenJS Presentation</dc:subject>
  <dc:creator>PptxGenJS</dc:creator>
  <cp:lastModifiedBy>PptxGenJS</cp:lastModifiedBy>
  <cp:revision>1</cp:revision>
  <dcterms:created xsi:type="dcterms:W3CDTF">2026-03-05T01:03:35Z</dcterms:created>
  <dcterms:modified xsi:type="dcterms:W3CDTF">2026-03-05T01:03:35Z</dcterms:modified>
</cp:coreProperties>
</file>
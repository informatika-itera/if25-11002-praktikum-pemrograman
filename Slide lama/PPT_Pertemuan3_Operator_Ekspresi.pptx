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828800"/>
            <a:ext cx="4572000" cy="45720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10B981">
              <a:alpha val="8000"/>
            </a:srgbClr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Praktikum Pemrograman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3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Operator dan Ekspresi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57200" y="342900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57200" y="36576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Semester Ganjil 2025/2026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60720" y="3108960"/>
            <a:ext cx="3108960" cy="18288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943600" y="324612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 = 10, b = 3;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hasil = a + b * 2;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valid = (a &gt; b);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a++;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hasil &lt;&lt; valid;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58000" y="274320"/>
            <a:ext cx="201168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858000" y="274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⏱️ 4 JAM (240')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🔗 Sinergi dengan MK Algoritma Pemrograman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3B82F6">
              <a:alpha val="12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📎 Referensi Teori: MK Algoritma Pemrograman - Pertemuan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Konsep Operator &amp; Precedence sudah dibahas secara teori (truth table, precedence tree).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 praktikum ini, kita fokus IMPLEMENTASI di C++.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194560"/>
            <a:ext cx="393192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286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Algoritma Pemrograman (Teori)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Truth table untuk operator logika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Precedence tree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Trace table ekspresi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Pseudocode dengan operator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Analisis urutan evaluasi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19456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754880" y="2194560"/>
            <a:ext cx="393192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937760" y="2286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💻 Praktikum Pemrograman (Coding)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7432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Implementasi di C++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Debugging syntax error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Verifikasi precedence dengan kode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Program kalkulator &amp; konversi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Hands-on coding exercises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Teori sudah dipelajari di kelas Algoritma → Praktikum = langsung coding!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Review Pertemuan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Quick Quiz! Yang sudah dipelajari: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325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❓ Apa perbedaan int dan float?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18488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int = bulat, float = desimal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❓ Kapan pakai getline() vs cin?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41448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getline = ada spasi, cin = satu kata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971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❓ Bagaimana mendeklarasikan string?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264408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#include &lt;string&gt;, string nama = "...";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Kode dari P2 yang akan kita kembangkan: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251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harga = 15000;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jumlah = 3;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Hari ini: hitung total dengan OPERATOR!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Capaian Pembelajaran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0" cy="8229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 rot="16200000">
            <a:off x="457200" y="10972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CPL06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0" y="12344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Mampu menganalisis dan mengimplementasi konsep dasar matematika, statistika, algoritma dan sistem komputer sebagai fondasi komputasional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02336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2103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CPMK0607 - MENERAPKAN (50%)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63440" y="2103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CPMK0608 - MENJELASKAN (50%)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Sub-CPMK Pertemuan 3: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200" y="3108960"/>
            <a:ext cx="54864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31821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318211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Menggunakan operator aritmatika untuk perhitungan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0" y="3182112"/>
            <a:ext cx="731520" cy="27432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72400" y="31821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584448"/>
            <a:ext cx="822960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3584448"/>
            <a:ext cx="54864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3657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3657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Menggunakan operator assignment &amp; increment/decrement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0" y="3657600"/>
            <a:ext cx="731520" cy="27432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772400" y="3657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059936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57200" y="4059936"/>
            <a:ext cx="54864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0080" y="4133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88720" y="413308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Menggunakan operator relasional &amp; logika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0" y="4133088"/>
            <a:ext cx="731520" cy="27432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772400" y="41330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535424"/>
            <a:ext cx="822960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57200" y="4535424"/>
            <a:ext cx="54864" cy="411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0080" y="46085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88720" y="46085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Menjelaskan urutan eksekusi berdasarkan precedence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400" y="4608576"/>
            <a:ext cx="731520" cy="27432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772400" y="460857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Outline Pertemuan 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240 menit (4 jam) pembelajaran aktif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" cy="5943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207008"/>
            <a:ext cx="502920" cy="3657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2070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80160" y="11704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Pembukaan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141732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P2, hook, capaian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41148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1783080"/>
            <a:ext cx="73152" cy="5943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1892808"/>
            <a:ext cx="502920" cy="365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18928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25'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80160" y="18562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Struggle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210312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Tantangan kalkulator sederhana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41148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" y="2468880"/>
            <a:ext cx="73152" cy="5943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2578608"/>
            <a:ext cx="50292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25786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45'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80160" y="25420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➕ Materi 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278892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Operator Aritmatika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41148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7200" y="3154680"/>
            <a:ext cx="73152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40080" y="3264408"/>
            <a:ext cx="50292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" y="32644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30'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80160" y="32278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Hands-on 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80160" y="347472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aritmatika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41148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57200" y="3840480"/>
            <a:ext cx="73152" cy="59436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40080" y="3950208"/>
            <a:ext cx="502920" cy="36576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0080" y="39502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280160" y="3913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☕ Break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280160" y="416052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Istirahat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1097280"/>
            <a:ext cx="41148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846320" y="1097280"/>
            <a:ext cx="73152" cy="5943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5029200" y="1207008"/>
            <a:ext cx="50292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029200" y="12070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35'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69280" y="11704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Materi 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69280" y="141732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Assignment &amp; Increment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46320" y="1783080"/>
            <a:ext cx="41148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4846320" y="1783080"/>
            <a:ext cx="73152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5029200" y="1892808"/>
            <a:ext cx="50292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029200" y="18928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20'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0" y="18562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Hands-on 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669280" y="210312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assignment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46320" y="2468880"/>
            <a:ext cx="41148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4846320" y="2468880"/>
            <a:ext cx="73152" cy="5943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5029200" y="2578608"/>
            <a:ext cx="50292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029200" y="25786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30'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669280" y="25420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⚖️ Materi 3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669280" y="278892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Relasional &amp; Logika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46320" y="3154680"/>
            <a:ext cx="41148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4846320" y="3154680"/>
            <a:ext cx="73152" cy="5943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5029200" y="3264408"/>
            <a:ext cx="50292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5029200" y="32644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25'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669280" y="32278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Exit Ticket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669280" y="347472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soal assessment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HOOK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Masalah Hari Ini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Bagaimana komputer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"menghitung" dan "membandingkan"?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651760" cy="18288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834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Kalkulator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15000 × 3 = 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749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45000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2743200"/>
            <a:ext cx="2651760" cy="18288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91840" y="2834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Diskon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100000 - 20% = 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3749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80000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2743200"/>
            <a:ext cx="2651760" cy="18288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2834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== input?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3749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true/false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🤔 Semua ini menggunakan OPERATOR - simbol khusus untuk operasi!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STRUGGLE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Tantangan 25 Menit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914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Misi: Buat Kalkulator Belanja Sederhana!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harus bisa: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Minta input: nama barang, harga, jumlah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Hitung: total = harga × jumlah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Hitung: diskon 10% jika total &gt; 50000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Tampilkan: total akhir setelah diskon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2011680"/>
            <a:ext cx="3474720" cy="192024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120640" y="20574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Expected Output: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20640" y="23317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Barang: Buku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Harga: 15000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Jumlah: 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Total: 75000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Diskon 10%: 7500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Akhir: 67500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Belum tahu caranya? Tidak apa-apa! Coba dulu, nanti kita bahas bersama.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 itu Operator?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3B82F6">
              <a:alpha val="12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🔧 Operator = Simbol khusus untuk melakukan operasi pada data (operand)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Analogi Sederhana: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     5       </a:t>
            </a:r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</a:t>
            </a:r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    3       </a:t>
            </a:r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=</a:t>
            </a:r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    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 operand   </a:t>
            </a:r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operator</a:t>
            </a:r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operand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 </a:t>
            </a:r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hasil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Jenis-jenis Operator di C++: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4389120"/>
            <a:ext cx="155448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4480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Aritmatika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- * / 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48840" y="438912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148840" y="4389120"/>
            <a:ext cx="15544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148840" y="4480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Assignment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48840" y="47548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+= -=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0" y="438912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840480" y="4389120"/>
            <a:ext cx="15544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840480" y="4480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Inc/Dec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0" y="47548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 --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32120" y="438912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532120" y="4389120"/>
            <a:ext cx="155448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532120" y="4480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Relasional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32120" y="47548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!= &lt; &gt;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23760" y="438912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223760" y="4389120"/>
            <a:ext cx="155448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223760" y="4480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Logika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47548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 || !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➕ MATERI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Operator Aritmatika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solidFill>
            <a:srgbClr val="7C3AED">
              <a:alpha val="10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📎 Teori precedence sudah di MK Algoritma P3 → sekarang kita implementasi!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1901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1901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1901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1901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Hasil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2331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Penjumlahan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+ 3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0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" y="2834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2834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Pengurangan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10 - 4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2834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7200" y="3337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54480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Perkalian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* 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7200" y="3840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54480" y="3840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Pembagian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3840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(int) atau 3.75 (float)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4343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554480" y="4343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Modulus (sisa bagi)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15 % 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0" y="4343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Pembagian int / int = int (dibulatkan ke bawah). Untuk desimal, gunakan float/double!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➕ MATERI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Hati-hati: Pembagian Integer!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210312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❌ Pembagian Integer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566160" cy="146304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9202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 = 7;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b = 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hasil = a / b;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hasil = 3 (bukan 3.5!)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Bagian desimal hilang!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210312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Pembagian Float/Double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1828800"/>
            <a:ext cx="3566160" cy="146304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74920" y="19202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a = 7;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b = 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hasil = a / b;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hasil = 3.5 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Desimal tetap ada!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Alternatif: Type Casting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2062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 = 7, b = 2;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hasil = (double)a / b;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hasil = 3.5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➕ MATERI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Operator Modulus (%)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% = Sisa hasil pembagian (remainder)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931920" cy="16459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37744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15 % 4 =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15 ÷ 4 = 3 sisa 3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10 % 3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 ÷ 3 = 3 sisa 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20 % 5 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20 ÷ 5 = 4 sisa 0 (habis)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22860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937760" y="2377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Kapan pakai modulus?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7432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Cek ganjil/genap: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n % 2 == 0 → genap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Cek kelipatan: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n % 5 == 0 → kelipatan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Pecah digit: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123 % 10 → 3 (digit terakhir)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Modulus hanya untuk INTEGER! Tidak bisa untuk float/double.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➕ MATERI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Precedence Operator Aritmatika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📎 Sudah belajar precedence tree di MK Algoritma → sekarang verifikasi dengan kode!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Urutan Prioritas (tinggi → rendah):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94360" y="237744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436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3957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2395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Kurung (selalu dihitung dulu)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94360" y="29718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9436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990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/ 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60320" y="299008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Perkalian, Pembagian, Modulus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94360" y="35661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9436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5844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-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560320" y="35844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Penjumlahan, Pengurangan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42062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hasil = 5 + 3 * 2;</a:t>
            </a:r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// hasil = 11, BUKAN 16!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hasil = (5 + 3) * 2;</a:t>
            </a:r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// hasil = 16 (kurung dulu)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➕ MATERI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Contoh: Kalkulator Sederhana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029200" cy="329184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37160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a, b;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"Angka 1: "; cin &gt;&gt; a;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"Angka 2: "; cin &gt;&gt; b;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"Tambah: " &lt;&lt; a + b &lt;&lt; endl;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"Kurang: " &lt;&lt; a - b &lt;&lt; endl;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"Kali: " &lt;&lt; a * b &lt;&lt; endl;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"Bagi: " &lt;&lt; a / b &lt;&lt; endl;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"Sisa: " &lt;&lt; a % b &lt;&lt; endl;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0" y="1280160"/>
            <a:ext cx="3200400" cy="182880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852160" y="13716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52160" y="164592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Angka 1: </a:t>
            </a:r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Angka 2: </a:t>
            </a:r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Tambah: 13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Kurang: 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Kali: 30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Bagi: 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Sisa: 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HANDS-ON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Operator Aritmatika (30 menit)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4630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Konversi Suhu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82880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Celsius, output Fahrenheit dan Kelvin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 = (C × 9/5) + 32, K = C + 273.15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22960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0080" y="269748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697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51460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Hitung Luas &amp; Keliling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88036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panjang dan lebar persegi panjang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Output: Luas dan Keliling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374904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56616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Ganjil atau Genap?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93192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sebuah angka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Output: Tampilkan sisa bagi 2 (untuk cek ganjil/genap)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Selesai? Tunjukkan ke asisten untuk verifikasi!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</a:rPr>
              <a:t>☕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Break 15 Menit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Istirahat sejenak, refresh otak!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MATERI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Operator Assignment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Assignment = Memberikan/mengubah nilai variabel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2677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22677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Contoh: x = 10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0" y="22677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Sama dengan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22677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Keterangan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26060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2606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2606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2606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Assign langsung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44368"/>
            <a:ext cx="822960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" y="29900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28800" y="29900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+=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0" y="29900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+ 3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29900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Tambah dan assign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28416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7200" y="33741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-=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828800" y="33741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-=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0" y="33741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- 3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33741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Kurang dan assign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712464"/>
            <a:ext cx="822960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7200" y="37581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*=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828800" y="37581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*= 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0" y="375818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* 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37581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Kali dan assign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096512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41422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/=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828800" y="41422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/= 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0" y="41422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/ 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0" y="41422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Bagi dan assign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57200" y="45262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%=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828800" y="4526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%= 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0" y="45262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% 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0" y="45262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Modulus dan assign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Shorthand assignment membuat kode lebih ringkas dan mudah dibaca!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MATERI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Operator Increment (++) &amp; Decrement (--)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++ = tambah 1, -- = kurang 1 (shortcut untuk x = x + 1 atau x = x - 1)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93192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286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Pre-increment: ++x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Tambah DULU, baru pakai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3566160" cy="118872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29718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 = 5;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y = ++x;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x = 6, y = 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x naik dulu, baru y ambil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2194560"/>
            <a:ext cx="393192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Post-increment: x++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606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Pakai DULU, baru tambah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2880360"/>
            <a:ext cx="3566160" cy="118872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74920" y="29718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 = 5;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y = x++;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x = 6, y = 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 ambil dulu, baru x naik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Untuk pemula: jika bingung, gunakan increment sendiri (x++; atau ++x;) tanpa assignment!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HANDS-ON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Assignment &amp; Increment (20 menit)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Tugas: Prediksi &amp; Verifikasi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PREDIKSI dulu nilai akhir x dan y (di kertas/komentar)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Jalankan kode dan VERIFIKASI prediksi kamu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3657600" cy="77724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23774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 = 10;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+= 5;     // x = 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*= 2;     // x = 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2286000"/>
            <a:ext cx="3931920" cy="77724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09160" y="2377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y = 5;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z = y++;  // y = ?, z = 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w = ++y;  // y = ?, w = 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Challenge: Counter Program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yang menghitung jumlah klik. User tekan Enter = counter naik 1.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Gunakan increment (++) untuk menambah counter.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⚖️ MATERI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Operator Relasional (Perbandingan)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⚖️ Relasional = Membandingkan 2 nilai, hasilnya TRUE atau FALSE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17627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45920" y="21762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21762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21762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Hasil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25146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25146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Sama dengan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25146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== 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2514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52928"/>
            <a:ext cx="822960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" y="28986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45920" y="28986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Tidak sama dengan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28986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!=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28986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36976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7200" y="328269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45920" y="328269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Kurang dari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0" y="32826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&lt; 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328269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621024"/>
            <a:ext cx="822960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7200" y="366674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45920" y="366674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Lebih dari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0" y="36667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&gt; 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36667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005072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40507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645920" y="40507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Kurang dari atau sama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0" y="40507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&lt;= 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0" y="40507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389120"/>
            <a:ext cx="822960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57200" y="44348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645920" y="44348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Lebih dari atau sama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14800" y="44348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&gt;= 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0" y="4434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Perhatikan: == (perbandingan) berbeda dengan = (assignment)!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⚖️ MATERI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Operator Logika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📎 Truth table sudah dipelajari di MK Algoritma P3 → sekarang implementasi di C++!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65176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 (AND)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TRUE jika SEMUA true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2468880" cy="100584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6974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&amp;&amp; true   = true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&amp;&amp; false  = false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&amp;&amp; true  = false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&amp;&amp; false = false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46120" y="1920240"/>
            <a:ext cx="265176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24612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 (OR)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2331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TRUE jika SALAH SATU true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37560" y="2606040"/>
            <a:ext cx="2468880" cy="100584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429000" y="26974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|| true   = true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|| false  = true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|| true  = true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|| false = false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35040" y="1920240"/>
            <a:ext cx="265176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03504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(NOT)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2331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Kebalikan (negasi)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2606040"/>
            <a:ext cx="2468880" cy="100584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217920" y="26974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!true  = false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!false = true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!(5 &gt; 3) = false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100584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8640" y="39776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kombinasi: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2519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umur = 20, saldo = 100000;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bisaBeli = (umur &gt;= 18) &amp;&amp; (saldo &gt;= 50000);</a:t>
            </a:r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true &amp;&amp; true = true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⚖️ MATERI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Contoh: Validasi Login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303520" cy="329184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37160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&lt;string&gt;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userDB = "admin";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passDB = "1234";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user, pass;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"Username: "; cin &gt;&gt; user;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"Password: "; cin &gt;&gt; pass;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Cek dengan relasional &amp; logika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valid = (user == userDB) &amp;&amp;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(pass == passDB);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"Valid: " &lt;&lt; valid &lt;&lt; endl;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943600" y="1280160"/>
            <a:ext cx="2926080" cy="16459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035040" y="1371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35040" y="16459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Username: </a:t>
            </a:r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Password: </a:t>
            </a:r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Valid: 1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 = true, 0 = false)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0" y="3108960"/>
            <a:ext cx="29260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0" y="32004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📌 Catatan: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80760" y="35204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bool di C++ ditampilkan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sebagai 1 (true) atau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0 (false)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Minggu depan: if-else!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Precedence Operator (Lengkap)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📎 Ini implementasi dari precedence tree yang dipelajari di MK Algoritma!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828800"/>
            <a:ext cx="54864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" y="18745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(Tertinggi)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20240" y="1874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0" y="187452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Kurung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176272"/>
            <a:ext cx="822960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2176272"/>
            <a:ext cx="54864" cy="3200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" y="22219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20240" y="22219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++ --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0" y="222199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Unary (NOT, increment, decrement)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523744"/>
            <a:ext cx="822960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" y="2523744"/>
            <a:ext cx="54864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4360" y="256946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20240" y="256946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/ 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0" y="2569464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Perkalian, Pembagian, Modulus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871216"/>
            <a:ext cx="822960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7200" y="2871216"/>
            <a:ext cx="54864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94360" y="291693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20240" y="291693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-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97680" y="2916936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Penjumlahan, Pengurangan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218688"/>
            <a:ext cx="822960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57200" y="3218688"/>
            <a:ext cx="54864" cy="3200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326440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920240" y="3264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&lt;= &gt; &gt;=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97680" y="326440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Relasional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457200" y="3566160"/>
            <a:ext cx="54864" cy="32004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94360" y="36118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0240" y="3611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!=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97680" y="361188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Equality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913632"/>
            <a:ext cx="822960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457200" y="3913632"/>
            <a:ext cx="54864" cy="3200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94360" y="39593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920240" y="39593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297680" y="395935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Logical AND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4261104"/>
            <a:ext cx="822960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457200" y="4261104"/>
            <a:ext cx="54864" cy="32004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94360" y="430682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920240" y="430682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297680" y="4306824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Logical OR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4608576"/>
            <a:ext cx="822960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457200" y="4608576"/>
            <a:ext cx="54864" cy="32004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94360" y="465429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 (Terendah)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920240" y="46542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+= -= *= /=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297680" y="4654296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Assignment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4983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Tips: Kalau ragu, pakai KURUNG ( ) untuk memperjelas urutan!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🐛 ERRORS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Common Errors dengan Operator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3533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= vs ==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2743200" cy="365760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6733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if (x = 5)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66160" y="1627632"/>
            <a:ext cx="2926080" cy="36576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57600" y="16733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if (x == 5)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675120" y="16276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= adalah assignment, == adalah comparison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22677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Division by zero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542032"/>
            <a:ext cx="2743200" cy="365760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" y="25877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int x = 10 / 0;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566160" y="2542032"/>
            <a:ext cx="2926080" cy="36576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657600" y="2587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Cek dulu: if (b != 0)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675120" y="25420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crash!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31821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Integer division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456432"/>
            <a:ext cx="2743200" cy="365760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31520" y="35021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int x = 7 / 2; // = 3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566160" y="3456432"/>
            <a:ext cx="2926080" cy="36576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657600" y="3502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double x = 7.0 / 2; // = 3.5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675120" y="34564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Hasil terpotong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0080" y="40965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Precedence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370832"/>
            <a:ext cx="2743200" cy="365760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31520" y="44165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int x = 5 + 3 * 2; // = 11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566160" y="4370832"/>
            <a:ext cx="2926080" cy="36576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657600" y="44165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int x = (5 + 3) * 2; // = 16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675120" y="43708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Urutan salah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EXIT TICKET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Assessment Individual (25 menit)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164592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ATURAN KETAT: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Dikerjakan SENDIRI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bantuan AI/ChatGPT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browsing internet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diskusi dengan teman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Pelanggaran = nilai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Struktur 10 Soal: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soal CODING (70%)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Operator aritmatika, assignment,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relasional, logika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soal PENJELASAN (30%)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Precedence, hasil ekspresi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Tipe Soal: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3931920" cy="137160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Coding: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886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yang meminta input 2 angka, lalu tampilkan hasil dari semua operator aritmatika (+, -, *, /, %)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520440"/>
            <a:ext cx="3931920" cy="137160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9204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Penjelasan: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3886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 hasil dari ekspresi berikut?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 x = 5 + 3 * 2 - 4 / 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Jelaskan urutan evaluasinya!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Referensi Belajar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14400"/>
            <a:ext cx="91440" cy="12344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005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📖 Buku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Deitel - C++ How to Program, Chapter 4-5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6276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Stroustrup - Programming Principles, Chapter 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7200" y="2286000"/>
            <a:ext cx="91440" cy="1234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🌐 Online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learncpp.com/cpp-tutorial/operators/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9992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cplusplus.com/doc/tutorial/operators/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25526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w3schools.com/cpp/cpp_operators.asp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3657600"/>
            <a:ext cx="91440" cy="1234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3749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🔗 MK Algoritma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1148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Pertemuan 3: Truth Table &amp; Precedence Tree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3708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Trace table untuk verifikasi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Tugas Minggu Ini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Tugas: Kalkulator Lengkap dengan Validasi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kalkulator yang: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Minta input 2 angka (bisa desimal)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Tampilkan hasil semua operasi: +, -, *, /, 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Untuk pembagian, cek dulu apakah pembagi =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Tampilkan validasi: apakah angka pertama lebih besar?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Tampilkan: apakah hasil penjumlahan &gt; 100 DAN hasil kali &gt; 50?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Bonus: Tambahkan fitur cek ganjil/genap untuk kedua angka!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3931920" cy="91440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4114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⏰ Deadline: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Sebelum Pertemuan 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Submit via GDB Online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4023360"/>
            <a:ext cx="3931920" cy="91440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4114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Kriteria Penilaian: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4434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Semua operator berfungsi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Validasi pembagian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Operator logika benar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0B981">
              <a:alpha val="7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7C3AED">
              <a:alpha val="7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74320" y="548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Talk is cheap.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Show me the code.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 Linus Torvalds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3017520"/>
            <a:ext cx="6400800" cy="164592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554480" y="31546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🧮  Operator adalah dasar semua perhitungan di program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35204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⚖️  Logika AND/OR akan dipakai terus di if-else, loop, dll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38862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🚀  Pahami precedence = debug lebih cepat!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42519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 Praktik terus, error adalah guru terbaik!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Minggu depan: Percabangan (if-else, switch) - Logic in Action! 🎯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10B981">
              <a:alpha val="7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7C3AED">
              <a:alpha val="7000"/>
            </a:srgbClr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457200"/>
            <a:ext cx="365760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3657600" y="2286000"/>
            <a:ext cx="182880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 Praktikum Pemrograman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3: Operator dan Ekspresi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286000" y="3474720"/>
            <a:ext cx="4572000" cy="10972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286000" y="3611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Sampai jumpa di Pertemuan 4! 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Praktikum Pemrograman - Pertemuan 3</dc:title>
  <dc:subject>PptxGenJS Presentation</dc:subject>
  <dc:creator>Teknik Informatika ITERA</dc:creator>
  <cp:lastModifiedBy>Teknik Informatika ITERA</cp:lastModifiedBy>
  <cp:revision>1</cp:revision>
  <dcterms:created xsi:type="dcterms:W3CDTF">2026-02-18T20:04:06Z</dcterms:created>
  <dcterms:modified xsi:type="dcterms:W3CDTF">2026-02-18T20:04:06Z</dcterms:modified>
</cp:coreProperties>
</file>
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59669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dan Simulasi UAS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→ String →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Sorting/Searching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Rekursi → Struct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 bertemu di sini.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Saatnya konsolidasi!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Latihan Intensif menyeluruh P9-P14 sudah dibahas di sana. Di praktikum: SIMULASI UJIAN dan konsolidasi coding.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 yang Direview (Pertemuan 9-14):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1 Dimensi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2 Dimensi (Matrix)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186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1729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&amp; Character Array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186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31729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78561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37398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Sorting dan Searching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78561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7398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dan Struct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Hari ini bukan materi baru — ini konsolidasi SEBELUM UAS!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— Review Intensif &amp; Simulasi UAS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Quick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6 topik: Array, String, Function, Sort/Search, Rekursi/Struct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47088"/>
            <a:ext cx="64008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4708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Common Mistakes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167128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tersering across semua topik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05456"/>
            <a:ext cx="640080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054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70'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5786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Simulasi UAS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25496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soal, format &amp; bobot IDENTIK dengan UAS asli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63824"/>
            <a:ext cx="64008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6382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2369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Pembahasan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48386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Bahas bersama, tanya-jawab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822192"/>
            <a:ext cx="64008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2219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8953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 &amp; Strategi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142232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menghadapi UAS dengan tenang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Catatan: Pertemuan ini bersifat INTEGRATIF — tidak ada Sub-CPMK baru, mengonsolidasikan Sub-CPMK 9.1–14.5.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Array 1D &amp; 2D (P9-P10)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arr[5];                          // array 1D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matrix[3][4];                    // array 2D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i=0;i&lt;5;i++) cin &gt;&gt; arr[i]; // traversal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i=0;i&lt;3;i++)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j=0;j&lt;4;j++) cout &lt;&lt; matrix[i][j];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Kunci: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Index selalu mulai dari 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Array 2D: [baris][kolom]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Traversal 1D = 1 loop, 2D = nested loop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Statistik: sum, avg, max, min via loop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String (P11)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getline(cin, nama);          // input dengan spasi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nama.length();       // panjang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nama.substr(0,3);    // potong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nama.find("kata");   // cari, -1 jika tak 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Kunci: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getline() untuk input dengan spasi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cin &gt;&gt; berhenti di spasi pertama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Index karakter juga mulai dari 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Case sensitive: "A" ≠ "a"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Function (P12)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 a, int b) { return a+b; }      // return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cetak(string s) { cout &lt;&lt; s; }           // void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ubah(int &amp;x) { x = x*2; }                // pass by reference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Kunci: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Pass by value = salinan, tidak mengubah asli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Pass by reference (&amp;) = mengubah variabel asli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Scope: variabel lokal vs global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void = tidak mengembalikan nilai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Sorting &amp; Searching (P13)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Search BUTUH data terurut!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while(low&lt;=high){ mid=(low+high)/2; ... }   // O(log 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Bubble Sort: tukar elemen bersebelahan   // O(n²)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for(i=0;i&lt;n-1;i++)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for(j=0;j&lt;n-i-1;j++)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if(arr[j]&gt;arr[j+1]) swap(arr[j],arr[j+1]);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Kunci: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Linear Search: O(n), tak perlu terurut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Binary Search: O(log n), WAJIB terurut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Bubble &amp; Selection Sort: O(n²)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Sort dulu baru Binary Search!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Rekursi &amp; Struct (P14)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fak(int n) { if(n&lt;=1) return 1; return n*fak(n-1); }   // base+recursive case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Mhs { string nama; int nim; double ipk;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 m; m.nama="Budi"; cout &lt;&lt; m.ipk;                        // dot notation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Kunci: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Base case WAJIB, tanpa itu = Stack Overflow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Struct butuh titik koma setelah 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Array of struct: arr[i].member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Rekursi bisa memproses array of struct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KESALAHAN UMUM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Tersering Semua Topik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out of bound (akses arr[n] padahal max arr[n-1])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56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8562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getline() untuk input dengan spasi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951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29514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&amp; untuk pass by reference saat perlu ubah nilai asli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340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73405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Salah batas loop nested (j &lt; n-i-1, bukan j &lt; 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72968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729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1729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Binary Search di data yang BELUM diurutkan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11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6118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case tidak ada / tidak pernah tercapai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8229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0507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40507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titik koma setelah }; deklarasi struct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SIMULASI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Simulasi UAS (70 menit)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Format, bobot, dan tingkat kesulitan DIRANCANG SAMA seperti UAS asli — supaya tidak ada kejutan!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Distribusi Soal Simulasi: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4980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&amp; 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poin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 menit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74980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163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816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&amp; Parameter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816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poin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8163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 menit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46704"/>
            <a:ext cx="74980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4670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3467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Sorting &amp; Searching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34670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poin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3467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 menit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77056"/>
            <a:ext cx="74980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770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8770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&amp; Struct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877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poin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8770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 menit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 di kertas terpisah selayaknya ujian sungguhan — dikumpul untuk feedback, TIDAK dinilai formal.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SIMULASI SOAL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 35 menit · 25 poin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Rekap Pengeluaran Harian (Array &amp; String)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Andi mencatat 5 transaksi harian: nama barang (string) dan jumlah pengeluaran (int).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 Simpan dalam array of string + array of int, input semua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 Hitung total pengeluaran hari itu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Cari transaksi dengan nilai TERBESAR menggunakan Linear Search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SIMULASI SOAL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 35 menit · 25 poin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Konversi Suhu (Function &amp; Parameter)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pustaka function untuk konversi suhu Celsius ke Fahrenheit dan Kelvin.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 double keFahrenheit(double celsius) — rumus: C*9/5+32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 void keKelvin(double celsius, double &amp;kelvin) — pass by reference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Jelaskan singkat MENGAPA keKelvin pakai pass by reference, keFahrenheit tidak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SIMULASI SOAL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 35 menit · 25 poin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Ranking Peserta Lomba (Sorting &amp; Searching)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Panitia lomba coding ITERA punya data 6 peserta dengan skor masing-masing.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 Urutkan peserta berdasarkan skor (Selection Sort, descending)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 Cari peringkat seorang peserta tertentu berdasarkan namanya (Linear Search)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Jelaskan mengapa Binary Search TIDAK bisa langsung dipakai pada data nama peserta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SIMULASI SOAL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 45 menit · 25 poin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Katalog Produk Toko (Rekursi &amp; Struct)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Produk (kode, nama, harga). Simpan dalam array of struct.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 Buat function rekursif untuk menghitung TOTAL harga semua produk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 Buat function rekursif untuk mencari produk dengan harga TERTINGGI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Trace hasil pemanggilan function pada array berisi 3 produk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 Menghadapi UAS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Baca SEMUA soal dulu sebelum mulai menulis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9240" y="1143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 yang paling YAKIN dulu — bangun momentum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pseudocode/alur singkat sebelum kode lengkap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1945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soal tracing: tulis SETIAP langkah, jangan lompat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lagi: base case ada? titik koma struct ada? syntax rapi?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15468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918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3246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Sisakan 10 menit terakhir untuk review jawaban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referensi Pertemuan 9-14 — Deitel &amp; Deitel, Cormen et al., Stroustrup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visualgo.net (array, sort, search, recursion) · learncpp.com · geeksforgeeks.org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15: Review &amp; Latihan Intensif — pastikan pseudocode &amp; trace table dikuasai juga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UAS SESUNGGUHNYA. Kalian sudah siap!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Perjalanan Satu Semester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P1-P7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Fondasi C++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Variabel, operator, percabangan, perulangan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P9-P12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 Data &amp; Fungsi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Array, string, function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P13-P14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Algoritma &amp; Abstraksi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Sorting, searching, rekursi, struct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Sekarang: siap menghadapi UAS komprehensif Pertemuan 16!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is the sum of small efforts,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repeated day in and day out.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Robert Collier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4290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14 pertemuan, ratusan baris kode, banyak error yang akhirnya terpecahkan.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🎓 Kalian sudah jauh lebih siap dari yang kalian sadari. Selamat berjuang di UAS!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59669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15: Review dan Simulasi UAS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Semangat UAS, sampai jumpa di Pertemuan 16! 🎓💪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15</dc:title>
  <dc:subject>PptxGenJS Presentation</dc:subject>
  <dc:creator>PptxGenJS</dc:creator>
  <cp:lastModifiedBy>PptxGenJS</cp:lastModifiedBy>
  <cp:revision>1</cp:revision>
  <dcterms:created xsi:type="dcterms:W3CDTF">2026-09-01T18:32:30Z</dcterms:created>
  <dcterms:modified xsi:type="dcterms:W3CDTF">2026-09-01T18:32:30Z</dcterms:modified>
</cp:coreProperties>
</file>
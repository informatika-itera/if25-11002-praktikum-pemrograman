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6366F1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84CC16">
              <a:alpha val="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6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Perulangan Bagian 2 &amp; Pattern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2926080"/>
            <a:ext cx="3108960" cy="21031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97880" y="301752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5; i++)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1; j &lt;= i; j++)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"* ";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endl;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*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* *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* * *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Sinergi dengan MK Algoritma Pemrograman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84CC16">
              <a:alpha val="12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Referensi Teori: MK Algoritma Pemrograman - Pertemuan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 Nested Loop Trace dan Kompleksitas sudah dibahas secara teori.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 praktikum ini, kita fokus IMPLEMENTASI: nested loop, break, continue, dan pola bintang.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Algoritma Pemrograman (Teori)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loop trace 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Analisis kompleksitas O(n²)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Pseudocode pola bertingkat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Flowchart loop bersarang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Simulasi iterasi manual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Praktikum Pemrograman (Coding)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7432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Implementasi nested for/while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break &amp; continue statement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Pattern printing (bintang)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Pola angka &amp; karakter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Debugging infinite loop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Trace table di teori → Verifikasi dengan output program di praktikum!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 Pertemuan 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Dasar yang sudah dipelajari: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1325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(init; kondisi; update)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6002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Jumlah iterasi DIKETAHUI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05740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2148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(kondisi) { ... 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4231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Jumlah iterasi TIDAK diketahui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73152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718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2971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 ... } while (kondisi);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2461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Minimal 1x eksekusi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Hari ini: LEVEL UP! 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Loop (loop di dalam loop) → Pola bintang, matriks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break &amp; continue → Kontrol alur loop lebih presisi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Pattern Printing → Kreativitas dengan kode!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 rot="16200000">
            <a:off x="457200" y="10972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menganalisis dan mengimplementasi konsep dasar matematika, statistika, algoritma dan sistem komputer sebagai fondasi komputasional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CPMK0607 - MENERAPKAN (50%)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40233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CPMK0608 - MENJELASKAN (50%)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6: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10896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82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1821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nested loop untuk menghasilkan pola dan matriks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3182112"/>
            <a:ext cx="731520" cy="27432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318211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84448"/>
            <a:ext cx="54864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657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break dan continue untuk mengontrol alur loop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3657600"/>
            <a:ext cx="73152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059936"/>
            <a:ext cx="54864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330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413308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Membuat berbagai pola bintang dan angka dengan nested loop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4133088"/>
            <a:ext cx="73152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4133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535424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535424"/>
            <a:ext cx="54864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6085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88720" y="46085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Menjelaskan kompleksitas nested loop dan kapan menggunakannya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4608576"/>
            <a:ext cx="73152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0" y="46085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pembelajaran aktif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45720" cy="5212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234440"/>
            <a:ext cx="548640" cy="3657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 for, while, do-while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304288"/>
            <a:ext cx="45720" cy="5212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1984248"/>
            <a:ext cx="54864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842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1938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 Struggle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Tantangan: pola segitiga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25496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054096"/>
            <a:ext cx="45720" cy="5212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2734056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73405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26883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 Materi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Nested loop, break, continue, pattern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575304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803904"/>
            <a:ext cx="45720" cy="5212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5840" y="3483864"/>
            <a:ext cx="5486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4838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37360" y="34381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 Hands-on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37581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pattern bertingkat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325112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4233672"/>
            <a:ext cx="54864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42336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 Exit Ticket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37360" y="4507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1097280"/>
            <a:ext cx="32004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66928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Topik Hari Ini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5216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Loop (for dalam for)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2103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break statement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continue statement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0" y="2834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Pola Segitiga Bintang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52160" y="3200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Pola Angka &amp; Piramida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0" y="3566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Pola Berlian &amp; Custom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HOOK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Visual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Bagaimana membuat ini dengan kode?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5176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Segitiga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194560"/>
            <a:ext cx="265176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Piramida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* 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* 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* * 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265176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286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Berlian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*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Jawabannya: NESTED LOOP - Loop di dalam loop!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15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Misi: Buat Pola Segitiga Bintang!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Minta input jumlah baris (n)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Cetak pola segitiga seperti contoh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Hint: Perhatikan hubungan antara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nomor baris dan jumlah bintang!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011680"/>
            <a:ext cx="3474720" cy="237744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20574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Output (n=5):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20640" y="2331720"/>
            <a:ext cx="3291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Masukkan n: </a:t>
            </a:r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Baris ke-i punya berapa bintang? Coba cari polanya!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Nested Loop?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84CC16">
              <a:alpha val="12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Nested Loop = Loop di dalam loop (loop bersarang)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Di MK Algoritma: Trace table nested loop → Di Praktikum: implementasi C++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Analogi Jam: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3832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Jam  →  Loop LUAR (0-23)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Menit →  Loop DALAM (0-59)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Setiap 1 JAM berganti, MENIT harus dari 0-59 dulu!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00:00 → 00:01 → ... → 00:59 → 01:00 → 01:01 → ... → 23:59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Syntax Nested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Struktur: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 LUAR (baris)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n; i++)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Loop DALAM (kolom)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1; j &lt;= m; j++)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aksi per sel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Cara Kerja: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Loop LUAR dimulai (i=1)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Loop DALAM berjalan LENGKAP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(j=1 sampai j=m)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Loop LUAR increment (i++)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Loop DALAM RESET (j=1 lagi)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Ulangi sampai i &gt; 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iterasi = n × 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Kompleksitas O(n × m) atau O(n²)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Jika n=100 dan m=100, maka ada 10.000 iterasi! Hati-hati dengan nested loop yang besar.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Cetak Tabel Perkalian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4389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Tabel perkalian 1-5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5; i++)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1; j &lt;= 5; j++)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i * j &lt;&lt; "\t";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endl;  // Pindah baris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12080" y="1280160"/>
            <a:ext cx="3474720" cy="20116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13716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16459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1   2   3   4   5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2   4   6   8   10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3   6   9   12  15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4   8   12  16  20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5   10  15  20  25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12080" y="3429000"/>
            <a:ext cx="347472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Trace: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37947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i=1: j=1,2,3,4,5 → cetak 1,2,3,4,5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i=2: j=1,2,3,4,5 → cetak 2,4,6,8,10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i=3: j=1,2,3,4,5 → cetak 3,6,9,12,15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Statement break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🛑 break = KELUAR dari loop SEKARANG JUGA (loop berhenti total)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11480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31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Cari Angka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target = 5;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10; 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 == target)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"Ketemu!";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  // KELUAR!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" 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931920" cy="11887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 Ketemu!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berhenti di i=5, tidak sampai i=10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6576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Kapan pakai break?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40690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Searching (sudah ketemu, stop)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Validasi input (input valid, keluar)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Menu program (pilih keluar)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Early termination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Statement continue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⏭️ continue = SKIP iterasi ini, LANJUT ke iterasi berikutnya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114800" cy="21031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331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Cetak Ganjil Saja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10; i++)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 % 2 == 0) {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continue;  // SKIP genap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i &lt;&lt; " 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1 3 5 7 9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108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Angka genap di-skip, tidak dicetak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566160"/>
            <a:ext cx="393192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break vs continue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9776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   → STOP loop, keluar total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 → SKIP 1 iterasi, lanjut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= berhenti, continue = skip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 PATTERN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Pola 1: Segitiga Kiri Bawah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20116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(n=5):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371600"/>
            <a:ext cx="4114800" cy="20116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417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Kode: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69164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 = 5;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n;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1; j &lt;= i; j++)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"* 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223760" y="1371600"/>
            <a:ext cx="1645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Pola: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1737360"/>
            <a:ext cx="1463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 → j=1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 → j=1,2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 → j=1,2,3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i=4 → j=1..4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i=5 → j=1..5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&lt;= 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Kunci: Baris ke-i punya i bintang!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Loop LUAR (i) = mengontrol BARIS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Loop DALAM (j) = mengontrol JUMLAH BINTANG per baris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Kondisi j &lt;= i membuat bintang bertambah setiap baris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 PATTERN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Pola 2: Segitiga Kanan Bawah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20116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(n=5):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*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*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* *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371600"/>
            <a:ext cx="41148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417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Kode: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69164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n; i++) {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Cetak spasi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1; j &lt;= n-i; j++)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  ";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Cetak bintang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1; j &lt;= i; j++)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"* ";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endl;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223760" y="1371600"/>
            <a:ext cx="164592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Analisis: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173736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Baris i: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Spasi: n-i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Bintang: i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i=1: 4 sp, 1 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i=2: 3 sp, 2 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i=3: 2 sp, 3 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i=4: 1 sp, 4 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i=5: 0 sp, 5 *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Trik: Tambahkan loop untuk SPASI sebelum bintang!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 PATTERN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Pola 3: Piramida Bintang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20116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(n=5):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* * *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* * * *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* * * * * *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 * * * *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1371600"/>
            <a:ext cx="41148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417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Kode: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69164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n; i++) {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Spasi: n-i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1; j &lt;= n-i; j++)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  ";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Bintang: 2*i-1 (1,3,5,7,9)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1; j &lt;= 2*i-1; j++)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"* ";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endl;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223760" y="1371600"/>
            <a:ext cx="1645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Formula: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1737360"/>
            <a:ext cx="1463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Baris i: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Spasi: n-i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Bintang: 2i-1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i=1: 4sp, 1*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i=2: 3sp, 3*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i=3: 2sp, 5*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i=4: 1sp, 7*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i=5: 0sp, 9*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Rumus bintang piramida: 2×i−1 (bilangan ganjil: 1, 3, 5, 7, 9...)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 PATTERN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Pola 4: Pola Angka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Pola A: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1 2 3 4 5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201168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Pola B: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88920" y="1691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3 3 3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4 4 4 4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5 5 5 5 5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201168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Pola C: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5 4 3 2 1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5 4 3 2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5 4 3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371600"/>
            <a:ext cx="18288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4630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Kode Pola A: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j;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0" y="20116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Kode Pola B: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3232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i;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25603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Kode Pola C: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3232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j;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(j-- loop)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Trik Pola Angka: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cout &lt;&lt; j → angka kolom (1, 2, 3, 4, 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cout &lt;&lt; i → angka baris (1, 1, 1 atau 2, 2,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Loop j dari besar ke kecil → angka terbalik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Kombinasikan kreativitasmu!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Pattern (50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Segitiga dasar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Piramida &amp; angka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Berlian &amp; custom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Pola yang akan dibuat: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2011680" cy="128016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Segitiga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Terbalik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2651760" y="3749040"/>
            <a:ext cx="2011680" cy="128016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Piramida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Terbalik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0" y="4114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*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846320" y="3749040"/>
            <a:ext cx="2011680" cy="128016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Berlian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37760" y="4114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7040880" y="3749040"/>
            <a:ext cx="2011680" cy="128016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Hollow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Square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32320" y="4114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  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  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   *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EASY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Easy: Segitiga Dasar (15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Segitiga Terbalik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2377440" cy="16459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202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j &lt;= n-i+1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3716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Persegi Bintang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1828800"/>
            <a:ext cx="2377440" cy="16459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19202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j &lt;= n (tetap)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26480" y="128016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3716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Segitiga Angka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828800"/>
            <a:ext cx="2377440" cy="16459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9202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3566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cout &lt;&lt; j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Lanjut ke Level Medium!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MEDIUM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Medium: Piramida &amp; Angka (20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1️⃣ Piramida Terbalik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566160" cy="146304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 * * * *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* * * * * *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* * * *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* * *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Spasi i-1, Bintang 2*(n-i)+1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2️⃣ Floyd's Triangle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1737360"/>
            <a:ext cx="3566160" cy="146304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8288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4 5 6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7 8 9 10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11 12 13 14 15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Hint: Pakai counter++ di luar loop j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3️⃣ Multiplication Table 5x5 dengan Header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tabel perkalian dengan header kolom dan baris. Gunakan setw() untuk alignment rapi.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4114800"/>
            <a:ext cx="3017520" cy="7315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4160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1  2  3  4  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--+---------------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| 1  2  3  4  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| 2  4  6  8  10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Challenge: Pola Kompleks (15 menit)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Pilih salah satu: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💎 Pola Berlian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566160" cy="182880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*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* * *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 *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* * *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 *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*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⬜ Hollow Square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3566160" cy="182880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14884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 *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      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      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      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      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       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 * *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Super Challenge: Buat pola HURUF (misal: A, X, atau nama inisial kamu)!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ERRORS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Common Errors Nested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53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Infinite Loop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2926080" cy="347472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for (int i=1; i&lt;=n; ) {...}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749040" y="1627632"/>
            <a:ext cx="320040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664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for (int i=1; i&lt;=n; i++) {...}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132320" y="16276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increment!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219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Salah variabel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496312"/>
            <a:ext cx="2926080" cy="347472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32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for (j=1; j&lt;=n; i++)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749040" y="2496312"/>
            <a:ext cx="320040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532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for (j=1; j&lt;=n; j++)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132320" y="24963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Pakai i bukan j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906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endl di loop dalam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364992"/>
            <a:ext cx="2926080" cy="347472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01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for j: cout&lt;&lt;*&lt;&lt;endl;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749040" y="3364992"/>
            <a:ext cx="320040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4015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endl SETELAH loop j selesai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132320" y="33649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Pola jadi vertikal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59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break di nested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233672"/>
            <a:ext cx="2926080" cy="347472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270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break; // keluar 1 loop saja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749040" y="4233672"/>
            <a:ext cx="320040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42702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Pakai flag atau return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132320" y="42336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Hanya keluar loop terdekat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Tips: Gunakan cout untuk debug nilai i dan j di setiap iterasi!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6459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soal PATTERN (60%)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Nested loop, pola bintang/angka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soal KONSEP (40%)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break vs continue, kompleksitas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Tipe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931920" cy="13716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pola segitiga kanan dengan input 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n=4: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  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 * 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* * *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* * * *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3931920" cy="13716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Penjelasan: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perbedaan break dan continue?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Berikan contoh kasus penggunaan masing-masing!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84CC1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Pattern Generator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Pattern Generator yang: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Menampilkan MENU pilihan pola (switch-case):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1. Segitiga Kiri   • 2. Segitiga Kanan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3. Piramida        • 4. Berlian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5. Hollow Square    • 0. Keluar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Input jumlah baris (n)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Cetak pola sesuai pilihan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Program LOOPING (tanya lagi sampai pilih Keluar)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Validasi input: n harus 1-20, pilihan harus 0-5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Bonus: Tambah pola huruf inisial namamu, atau pola Custom kreasi sendiri!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393192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434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 Sebelum Pertemuan 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4434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Kriteria: Menu, loop, 5 pola benar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91440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 - C++ How to Program, Chapter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Stroustrup - Programming Principles, Chapter 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91440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learncpp.com/cpp-tutorial/nested-loops/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99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geeksforgeeks.org/pattern-programs-in-c/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552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programiz.com/cpp-programming/nested-loops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57600"/>
            <a:ext cx="91440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MK Algoritma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Pertemuan 6: Nested Loop Trace &amp; Kompleksitas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708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Trace table untuk verifikasi output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84CC16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84C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First, solve the problem.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4CC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Then, write the code.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John Johnson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200400"/>
            <a:ext cx="6400800" cy="13716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333756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🎨 Pattern = Seni dengan kode! Ekspresikan kreativitasmu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🧠 Nested loop melatih logika dan kesabaran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Minggu depan: Review &amp; Latihan Intensif sebelum UTS!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84CC16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6: Perulangan Bagian 2 &amp; Pattern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7!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6</dc:title>
  <dc:subject>PptxGenJS Presentation</dc:subject>
  <dc:creator>Teknik Informatika ITERA</dc:creator>
  <cp:lastModifiedBy>Teknik Informatika ITERA</cp:lastModifiedBy>
  <cp:revision>1</cp:revision>
  <dcterms:created xsi:type="dcterms:W3CDTF">2026-02-20T01:16:13Z</dcterms:created>
  <dcterms:modified xsi:type="dcterms:W3CDTF">2026-02-20T01:16:13Z</dcterms:modified>
</cp:coreProperties>
</file>
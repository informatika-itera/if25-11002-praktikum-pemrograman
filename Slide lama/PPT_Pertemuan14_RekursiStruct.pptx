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Rekursi dan Struct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743200"/>
            <a:ext cx="338328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623560" y="28803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data;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next;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faktorial(int 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(n&lt;=1) return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n*faktorial(n-1);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Rekursi (recursion tree) dan Struct/Record (ADT design) sudah dibahas. Di praktikum: IMPLEMENTASI keduanya di C++.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(Teori)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Recursion tree &amp; base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ADT (Abstract Data Type)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Record sebagai kumpulan field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Kompleksitas rekursi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Kapan pakai record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(Coding)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Implementasi function rekursif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&amp; akses struct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Array of struct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Struct sebagai parameter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Kombinasi rekursi + struct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Rekursi = solusi via diri sendiri. Struct = kumpulan data terkait dalam satu kesatuan.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14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96012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960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941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923544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konsep rekursi (base case &amp; recursive case)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0" y="9601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35608"/>
            <a:ext cx="8229600" cy="512064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66928" y="152704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" y="1527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149047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Mengimplementasikan function rekursif sederhana (faktorial, fibonacci)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0" y="15270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002536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66928" y="209397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928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2057400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Mendeklarasikan struct dan mengakses member dengan dot notation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20939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69464"/>
            <a:ext cx="8229600" cy="512064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66928" y="2660904"/>
            <a:ext cx="329184" cy="32918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6928" y="2660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6426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2624328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Mengimplementasikan array of struct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0" y="26609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36392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66928" y="3227832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2095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0" y="3191256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Menganalisis penggunaan rekursi dan struct pada masalah nyata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0" y="32278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CPL06: Mampu menganalisis dan mengimplementasi konsep dasar algoritma dan sistem komputer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C3=CPMK0607 (Menerapkan)   ·   C2/C4=CPMK0608 (Menjelaskan/Menganalisis)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14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— dua topik besar dalam satu sesi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" cy="5120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4300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" y="11978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Sorting &amp; Searching (P13)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28216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728216"/>
            <a:ext cx="548640" cy="5120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728216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200253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mundur tanpa loop; simpan data majemuk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313432"/>
            <a:ext cx="548640" cy="5120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31343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36829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🔁 Materi: Rekursi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" y="2587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case, recursive case, faktorial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98648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2898648"/>
            <a:ext cx="548640" cy="5120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289864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29535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Materi: Struct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317296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Deklarasi, akses, array of struct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83864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483864"/>
            <a:ext cx="548640" cy="5120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483864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7280" y="35387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97280" y="375818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rekursi &amp; struct bertingkat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57200" y="4069080"/>
            <a:ext cx="548640" cy="5120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200" y="406908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41239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97280" y="434340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1143000"/>
            <a:ext cx="3017520" cy="3520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8521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3504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Base &amp; Recursive Case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35040" y="21396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Faktorial Rekursif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35040" y="25420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Struct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35040" y="29443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Akses Member (.)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35040" y="33467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Array of Struct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3504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Rekursi + Struct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Dua Ide Besar Hari Ini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Boneka Matryoshka &amp; KTP 🪆🪪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🪆 Rekursi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boneka → ada boneka lagi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 dalamnya. Ulangi terus...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boneka TERKECIL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(tidak bisa dibuka lagi).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Base Case!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🪪 Struct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KTP menyimpan NIK, Nama,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TTL, Alamat — SEMUA jenis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BERBEDA, dalam SATU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kartu yang sama.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Struct!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Rekursi = solusi via masalah lebih kecil. Struct = wadah data majemuk.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15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880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 Ganda: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498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Buat function hitungMundur(int n) yang mencetak n,n-1,...,0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TANPA menggunakan for/while sama sekali!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Sebuah mahasiswa punya: nama, NIM, dan IPK. Bagaimana cara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menyimpan KETIGA data berbeda tipe itu dalam SATU variabel,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tanpa membuat 3 array terpisah?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Petunjuk 1: function bisa memanggil dirinya sendiri. Petunjuk 2: butuh tipe data BARU.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202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🔁 MATERI: REKURSI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Case &amp; Recursive Case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🛑 BASE CASE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Kondisi BERHENTI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kasus paling sederhana,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TANPA panggilan rekursif.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Mencegah infinite loop!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RECURSIVE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Memanggil DIRI SENDIRI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dengan parameter yang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MENUJU base case.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337560"/>
            <a:ext cx="7955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faktorial(int 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&lt;= 1) return 1;              // BASE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faktorial(n - 1);       // RECURSIVE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faktorial(4) = 4*3*2*1 = 24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202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🔁 MATERI: REKURSI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Tracing &amp; Call Stack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Trace faktorial(4):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 * faktorial(3)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 * (3 * faktorial(2))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 * (3 * (2 * faktorial(1)))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 * (3 * (2 * 1))   ← BASE!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 * (3 *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 *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743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Call Stack: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Tiap pemanggilan REKURSIF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di-PUSH ke stack memori.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Saat base case tercapai,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stack di-POP satu per satu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sambil menghitung hasil.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Terlalu dalam rekursi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tanpa base case yang benar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Stack Overflow!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MATERI: STRUCT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 &amp; Akses Member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 = kumpulan variabel (member) dengan TIPE BERBEDA, dalam SATU kesatuan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8463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1031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Mahasiswa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nama;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nim;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ipk;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   // &lt;- titik koma WAJIB!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Mahasiswa mhs;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mhs.nama = "Budi";   // akses pakai titik (.)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mhs.nim = 123456;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mhs.ipk = 3.75;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mhs.nama &lt;&lt; " " &lt;&lt; mhs.ipk;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5486400" y="2011680"/>
            <a:ext cx="3200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2356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 mhs: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23774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 mhs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nama: "Budi"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nim: 123456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ipk: 3.75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Akses: mhs.nama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"Dot = punya"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mhs.nama = nama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punya mhs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MATERI: STRUCT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of Struct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6366F1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of Struct = kumpulan data dengan STRUKTUR yang SAMA — cocok untuk banyak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103120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MAX = 50;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 daftarMhs[MAX];   // array 50 mahasiswa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jumlah = 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 beberapa mahasiswa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daftarMhs[i].nama &gt;&gt; daftarMhs[i].nim &gt;&gt; daftarMhs[i].ipk;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jumlah++;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Akses: namaArray[index].member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jumlah;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daftarMhs[i].nama &lt;&lt; " - IPK: " &lt;&lt; daftarMhs[i].ipk &lt;&lt; endl;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Menggabungkan Rekursi &amp; Struct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cari IPK tertinggi dari array of struct secara REKURSIF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9260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417320"/>
            <a:ext cx="7955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ipkTertinggi(Mahasiswa arr[], int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1) return arr[0].ipk;              // BASE 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sisaMax = ipkTertinggi(arr, n - 1);   // RECURSIVE 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(arr[n-1].ipk &gt; sisaMax) ? arr[n-1].ipk : sisaMax;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Mahasiswa daftar[3]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{"Budi", 123, 3.5}, {"Ani", 456, 3.9}, {"Citra", 789, 3.7}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"IPK tertinggi: " &lt;&lt; ipkTertinggi(daftar, 3);  // 3.9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Struct menyimpan data majemuk, rekursi memprosesnya elemen demi elemen!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Errors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533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Rekursi tanpa base case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f(n){return n*f(n-1);}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83280" y="162763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if(n&lt;=1) return 1; ...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12648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Stack Overflow!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0665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 lupa titik koma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34086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struct Mhs { ... }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0" y="234086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struct Mhs { ... };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2648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WAJIB titik koma!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27797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case tidak tercapai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05409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f(n) memanggil f(n)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83280" y="305409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f(n) memanggil f(n-1)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26480" y="28895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Parameter harus mengecil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4930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Akses struct tanpa instance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76732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Mahasiswa.nama = ...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83280" y="376732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mhs.nama = ...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2648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nama variabel!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Rekursi: base case WAJIB. Struct: titik koma WAJIB setelah }.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(50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Rekursi dasar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 dasar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Fibonacci rekursif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of struct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Rekursi + struct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Gabungan keduanya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Base &amp; recursive case    • Deklarasi &amp; akses struct    • Array of struct    • Kombinasi keduanya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Dasar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Mundur Rekursif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hitungMundur(int n) mencetak n hingga 0, TANPA loop.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 1 sampai 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rekursif sumTo(int n) yang menghitung 1+2+...+n.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Buku (Struct)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struct Buku (judul, penulis, tahun). Input 1 buku, tampilkan datanya.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⭐⭐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Terapan (20')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Fibonacci Rekursif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rekursif fibonacci(int n) yang mengembalikan bilangan Fibonacci ke-n.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Faktorial dengan Validasi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faktorial(int n) rekursif, tangani kasus n negatif (return -1).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Daftar Mahasiswa (Array of Struct)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3 data mahasiswa (nama, nim, ipk). Tampilkan semua dan rata-rata IPK.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Tantang dirimu di Level Challenge!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Kombinasi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7️⃣ IPK Tertinggi Rekursif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struct Mahasiswa dan array-nya.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REKURSIF untuk mencari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mahasiswa dengan IPK tertinggi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(seperti contoh materi, tapi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kembangkan sendiri).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8️⃣ GCD Euclidean (Struct Pecahan)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struct Pecahan (pembilang,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penyebut). Buat function rekursif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gcd(a,b) untuk menyederhanakan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pecahan ke bentuk paling sederhana.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Sistem Nilai Rekursif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struct Mahasiswa (nama, array nilai[5]). Buat function rekursif hitungRataRata(int nilai[], int 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 cariMax(int nilai[], int n). Gunakan pada array of struct berisi 5 mahasiswa.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soal CODING (60%)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Rekursi &amp; struct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soal TRACING/KONSEP (40%)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Trace &amp; analisis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28016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struct Produk (kode, nama,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harga). Buat function rekursif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hitung total harga array.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2801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Tracing: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Trace faktorial(5) lengkap,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tunjukkan urutan pemanggilan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 nilai kembalian.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Perpustakaan Mini dengan Struct &amp; Rekursi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C++ dengan: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struct Buku (kodeBuku, judul, penulis, tahun, stok)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Array of struct Buku[MAX], input max 10 buku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Function rekursif hitungTotalStok(Buku arr[], int n) — total stok semua buku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Function rekursif cariBukuTerlama(Buku arr[], int n) — buku dgn tahun terkecil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Function rekursif faktorial(int n) untuk menghitung kombinasi peminjaman sederhana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Menu: tambah buku, tampilkan semua, cari buku terlama, total stok, keluar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Semua fungsi pencarian/agregasi WAJIB rekursif, bukan loop biasa!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 Sebelum Pertemuan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Submit via GDB Online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Struct + rekursi WAJIB digabung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Sertakan validasi input!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&amp; Deitel — C++ How to Program, Ch. 6 &amp; 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Cormen et al. — Introduction to Algorithms (rekursi)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visualgo.net/en/recursion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 — struct &amp; recursion tutorial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geeksforgeeks.org/recursion, /struct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14: Rekursi dan Struct/Record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Recursion tree, ADT 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Minggu depan: Review &amp; Simulasi UAS!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Ringkasan Pertemuan 14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77724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87782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877824"/>
            <a:ext cx="6126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Kondisi berhenti rekursi, WAJIB ada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44168"/>
            <a:ext cx="8229600" cy="5029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344168"/>
            <a:ext cx="73152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44475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Recursive 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444752"/>
            <a:ext cx="6126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Panggil diri sendiri, parameter menuju base case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11096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11096"/>
            <a:ext cx="73152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01168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011680"/>
            <a:ext cx="6126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 Nama { member; }; — wadah data majemuk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8229600" cy="5029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478024"/>
            <a:ext cx="73152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57860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Akses Member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578608"/>
            <a:ext cx="6126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Dot notation: variabel.member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044952"/>
            <a:ext cx="73152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14553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of Struct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145536"/>
            <a:ext cx="6126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Nama arr[N]; akses: arr[i].member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361188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71246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Gabungan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712464"/>
            <a:ext cx="6126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Rekursi bisa memproses array of struct elemen-per-elemen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key to organizing complexity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 good abstraction 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 it down, and name the pieces.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terinspirasi Barbara Liskov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6400800" cy="100584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54480" y="379476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🪆 Rekursi memecah masalah besar jadi versi kecil dari masalah yang sama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🪪 Struct memecah data kompleks jadi kumpulan field yang jelas namanya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4B8A6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14: Rekursi dan Struct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15: Review &amp; Simulasi UAS!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14</dc:title>
  <dc:subject>PptxGenJS Presentation</dc:subject>
  <dc:creator>PptxGenJS</dc:creator>
  <cp:lastModifiedBy>PptxGenJS</cp:lastModifiedBy>
  <cp:revision>1</cp:revision>
  <dcterms:created xsi:type="dcterms:W3CDTF">2026-09-01T07:01:22Z</dcterms:created>
  <dcterms:modified xsi:type="dcterms:W3CDTF">2026-09-01T07:01:22Z</dcterms:modified>
</cp:coreProperties>
</file>
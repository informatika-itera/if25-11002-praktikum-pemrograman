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Searching dan Sorting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743200"/>
            <a:ext cx="338328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23560" y="28803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Searching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(arr[i] == target) return i;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(arr[j] &gt; arr[j+1])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swap(arr[j], arr[j+1]);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13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Searching dan Sorting (trace, kompleksitas) sudah dibahas. Di praktikum: IMPLEMENTASI keduanya di C++.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(Teori)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Konsep searching &amp; sorting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Linear/Binary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Bubble/Selection Sort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Analisis O(n), O(log n), O(n²)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Kapan data harus terurut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(Coding)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Implementasi Linear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Implementasi Binary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Implementasi Bubble Sort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Implementasi Selection Sort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Kombinasi sort lalu 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Searching = menemukan data. Sorting = merapikan urutan data. Keduanya fondasi pengolahan data!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13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96012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60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941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923544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 konsep dan kebutuhan algoritma searching &amp; sorting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0" y="9601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35608"/>
            <a:ext cx="8229600" cy="512064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52704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527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508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149047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Mengimplementasikan algoritma Linear Search dan Binary Search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0" y="15270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002536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209397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2057400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Mengimplementasikan algoritma Bubble Sort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0" y="209397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569464"/>
            <a:ext cx="8229600" cy="512064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2660904"/>
            <a:ext cx="329184" cy="32918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660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6426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2624328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Mengimplementasikan algoritma Selection Sort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0" y="26609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36392"/>
            <a:ext cx="82296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3227832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2095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0" y="3191256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Menganalisis kompleksitas searching (O(n), O(log n)) dan sorting (O(n²))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98080" y="32278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CPL06: Mampu menganalisis dan mengimplementasi konsep dasar algoritma dan sistem komputer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C3=CPMK0607 (Menerapkan)   ·   C2/C4=CPMK0608 (Menjelaskan/Menganalisis)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13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— dua topik besar dalam satu sesi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" cy="5120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" y="11978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Function (P12)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28216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28216"/>
            <a:ext cx="548640" cy="5120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8216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200253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&amp; urutkan data tanpa metode jelas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13432"/>
            <a:ext cx="548640" cy="5120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1343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36829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Materi: Searching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" y="25877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 &amp; Binary Search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98648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898648"/>
            <a:ext cx="548640" cy="5120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9864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29535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📶 Materi: Sorting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317296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Bubble &amp; Selection Sort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83864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483864"/>
            <a:ext cx="548640" cy="5120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83864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7280" y="35387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97280" y="375818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search &amp; sort bertingkat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521208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069080"/>
            <a:ext cx="548640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06908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41239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97280" y="434340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1143000"/>
            <a:ext cx="3017520" cy="3520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521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Topik Hari Ini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3504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Linear Search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35040" y="21396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Binary Search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35040" y="25420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Bubble Sort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35040" y="29443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Selection Sort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35040" y="33467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Kompleksitas O()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3504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Search vs Sort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Analogi Hari Ini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Kamus vs Tumpukan Kertas Acak 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Kamus (Terurut)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kata "Rekursi"? Langsung buka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bagian tengah, cek, lalu putuskan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ke kiri atau kanan.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Beberapa "lompatan" saja — SELESAI.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Binary Search!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📄 Tumpukan Kertas Acak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3774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1 nama di antara 1000 kertas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 terurut? HARUS periksa satu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satu dari awal.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Bisa jadi ketemu di kertas ke-1000!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Linear Search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🔑 Data yang TERURUT bisa dicari jauh lebih cepat — itulah kenapa SORTING penting sebelum SEARCHING!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15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880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Cari &amp; Urutkan TANPA Tahu Caranya!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498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Diberikan array: {64, 25, 12, 22, 11}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Bagaimana cara CEPAT mencari apakah 22 ada di array ini?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Bagaimana cara mengurutkan array ini dari KECIL ke BESAR,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hanya dengan membandingkan 2 elemen bersebelahan?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Coba tuliskan LANGKAH-LANGKAHNYA di kertas dulu,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melihat algoritma formalnya!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Petunjuk: Bandingkan 2 elemen bertetangga, tukar jika urutannya salah. Ulangi.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MATERI: SEARCHING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 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Periksa elemen array SATU PER SATU dari awal hingga ditemukan atau habis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846320" cy="21488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48840"/>
            <a:ext cx="4572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linearSearch(int arr[], int n, int x)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(arr[i] == x)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i;  // ditemukan, return index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  // tidak ditemukan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Tidak butuh data terurut!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0" y="2057400"/>
            <a:ext cx="32004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21488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Trace cari 22: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2423160"/>
            <a:ext cx="2926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{64,25,12,22,11}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i=0: 64≠22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i=1: 25≠22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i=2: 12≠22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i=3: 22==22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3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kali perbandingan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 Kompleksitas: O(n) — worst case periksa SEMUA n elemen. Cocok untuk data TIDAK terurut.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MATERI: SEARCHING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SYARAT WAJIB: array HARUS sudah TERURUT lebih dulu!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846320" cy="22402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48840"/>
            <a:ext cx="45720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binarySearch(int arr[], int n, int x)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low = 0, high = n - 1;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(low &lt;= high)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mid = (low + high) / 2;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(arr[mid] == x) return mid;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(arr[mid] &lt; x) low = mid + 1;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high = mid - 1;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2057400"/>
            <a:ext cx="320040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21488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Trace cari 22 di: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2423160"/>
            <a:ext cx="2926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{11,12,22,25,64}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low=0 high=4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mid=2: arr[2]=22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ditemukan langsung!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2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Hanya 1 perbandingan!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 Kompleksitas: O(log n) — separuh data dibuang tiap langkah. Jauh lebih cepat dari Linear Search!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Linear Search vs Binary Search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Aspek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 Search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Search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Syarat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perlu terurut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WAJIB terurut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842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Cara kerja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19842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satu per satu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9842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Bagi dua terus-menerus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511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Kompleksitas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5511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25511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O(log 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18104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181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1000 data (worst case)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118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~1000 langkah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118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~10 langkah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85032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6850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Kapan dipakai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685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kecil/tak terurut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3685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besar &amp; terurut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0312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📶 MATERI: SORTING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Bubble Sort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Bandingkan 2 elemen bersebelahan, TUKAR jika urutan salah — ulangi, elemen besar "menggelembung" ke akhir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846320" cy="22402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48840"/>
            <a:ext cx="45720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bubbleSort(int arr[], int n)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n-1; i++)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n-i-1; j++)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(arr[j] &gt; arr[j+1])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int temp = arr[j];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arr[j] = arr[j+1];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arr[j+1] = temp;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5486400" y="2057400"/>
            <a:ext cx="320040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21488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Trace pass ke-1: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2423160"/>
            <a:ext cx="2926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{64,25,12,22,11}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64&gt;25 → tukar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{25,64,12,22,11}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64&gt;12 → tukar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{25,12,64,22,11}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64&gt;22 → tukar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{25,12,22,64,11}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64&gt;11 → tukar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{25,12,22,11,64}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 Kompleksitas: O(n²) — nested loop, tiap elemen dibandingkan berulang kali.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0312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📶 MATERI: SORTING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Selection Sort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elemen TERKECIL dari sisa array, taruh di posisi terdepan yang belum terurut — ulangi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846320" cy="22402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48840"/>
            <a:ext cx="45720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selectionSort(int arr[], int 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n-1;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idxMin = i;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i+1; j &lt; n; j++)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(arr[j] &lt; arr[idxMin])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idxMin = j;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temp = arr[i];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arr[i] = arr[idxMin];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arr[idxMin] = temp;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0" y="2057400"/>
            <a:ext cx="320040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21488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Trace langkah 1: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2423160"/>
            <a:ext cx="2926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{64,25,12,22,11}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dari semua = 11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(index 4)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Tukar posisi 0 &amp; 4: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{11,25,12,22,64}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kali tukar saja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(vs bubble: 4 kali!)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⏱️ Kompleksitas: O(n²) juga, TAPI jumlah penukaran (swap) jauh lebih sedikit dari Bubble Sort.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Ringkasan Kompleksitas &amp; Common Errors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Search: O(n)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6344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Search: O(log 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Bubble Sort: O(n²)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 Sort: O(n²)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122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Search di data belum terurut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3500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binarySearch(dataAcak,...)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0" y="2350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sort() dulu, baru search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309360" y="2221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 salah/tak terdefinisi!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679192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7340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bubble sort salah batas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for(j=0;j&lt;n;j++)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for(j=0;j&lt;n-i-1;j++)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0936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out of bound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3558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update idxMin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593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if(arr[j]&lt;arr[i])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0" y="3593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if(arr[j]&lt;arr[idxMin])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09360" y="34655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Selection sort tidak jalan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9776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 overflow (data sangat besar)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421538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(low+high)/2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0" y="42153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low + (high-low)/2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09360" y="4087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practice utk n besar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(50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Bubble Sort dasar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Selection Sort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 lalu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Optimasi &amp; kombinasi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Konsep yang dilatih: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Linear vs Binary Search    • Bubble vs Selection Sort    • Kompleksitas O()    • Kombinasi sort+search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Dasar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Angka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Implementasikan Linear Search untuk mencari sebuah angka dalam array, tampilkan indexnya atau 'tidak ditemukan'.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Urutkan Ascending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Implementasikan Bubble Sort untuk mengurutkan array dari kecil ke besar, tampilkan tiap pass.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Nilai Maksimum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elemen terbesar dalam array menggunakan pendekatan linear (tanpa fungsi max() bawaan).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⭐⭐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Terapan (20')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Search Manual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Implementasikan Binary Search pada array yang SUDAH terurut. Tampilkan jumlah langkah pencarian.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Selection Sort + Hitung Swap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Implementasikan Selection Sort, tampilkan berapa kali proses SWAP terjadi.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 Descending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Modifikasi Bubble Sort ATAU Selection Sort agar mengurutkan dari BESAR ke KECIL.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Tantang dirimu di Level Challenge!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Kombinasi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7️⃣ Sort Dulu, Baru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array acak. Urutkan dengan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Selection Sort, lalu cari sebuah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angka dengan Binary Search.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array sebelum &amp; sesudah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sort, plus hasil pencarian.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8️⃣ Hitung Perbandingan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Modifikasi Linear Search DAN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Search agar menghitung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JUMLAH PERBANDINGAN yang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dilakukan.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Bandingkan hasilnya untuk array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yang sama!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Leaderboard Nilai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nama &amp; nilai untuk 5 mahasiswa. Urutkan berdasarkan nilai (Selection Sort, descending) untuk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membuat leaderboard. Lalu izinkan user mencari nama tertentu dan tampilkan peringkatnya (Linear Search).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soal CODING (60%)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Implementasi search/sort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soal TRACING/KONSEP (40%)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Trace &amp; kompleksitas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28016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Implementasikan Binary 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mencari elemen dalam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terurut.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2801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Tracing: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Trace pass pertama Bubble Sort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pada array {5,3,8,1}.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Tunjukkan hasil tiap swap!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Sistem Leaderboard &amp; Direktori Kontak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C++ dengan menu: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Input maksimal 10 data (nama, nilai)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Urutkan berdasarkan nilai (Selection Sort, descending) → tampilkan leaderboard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Cari nama tertentu (Linear Search) → tampilkan peringkat &amp; nilainya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Urutkan berdasarkan nama (Bubble Sort, alfabetis)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Cari nama pada data yang SUDAH terurut alfabetis (Binary Search)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Tampilkan jumlah perbandingan/swap tiap algoritma yang dipakai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 Keluar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Bandingkan performa Linear vs Binary Search pada data yang sama!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39319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 Sebelum Pertemuan 14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📤 Submit via GDB Online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Pakai kedua search &amp; kedua sort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Bandingkan jumlah langkahnya!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Cormen, Leiserson, Rivest, Stein — Introduction to Algorithms (CLRS)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&amp; Deitel — C++ How to Program, Chapter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visualgo.net/en/sorting · visualgo.net/en/search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geeksforgeeks.org/searching-algorithms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geeksforgeeks.org/sorting-algorithms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91440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13: Searching dan Sorting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Trace, kompleksitas O(n), O(log n), O(n²)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Minggu depan: Rekursi dan Struct!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Ringkasan Pertemuan 13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73152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3268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 Search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0" y="932688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satu per satu, O(n), tidak perlu terurut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8229600" cy="530352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26464"/>
            <a:ext cx="73152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3619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Search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1536192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Bagi dua terus-menerus, O(log n), WAJIB terurut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29968"/>
            <a:ext cx="73152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3969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Bubble Sort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0" y="2139696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Tukar elemen bersebelahan, O(n²), banyak swap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8229600" cy="530352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33472"/>
            <a:ext cx="73152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Selection Sort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0" y="274320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minimum tiap iterasi, O(n²), swap lebih sedikit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36976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36976"/>
            <a:ext cx="73152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467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Prinsip Kunci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560320" y="3346704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terurut → searching jauh lebih cepat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Sometimes it pays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 stay in bed on Monday,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rather than spending the rest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the week debugging Monday's code.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Christopher Thompson (dianalogikan untuk pentingnya memilih algoritma yang tepat)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4023360"/>
            <a:ext cx="6400800" cy="9144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41148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Memilih algoritma yang TEPAT bisa mengubah 1000 langkah menjadi 10 langkah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📶 Searching &amp; Sorting adalah fondasi HAMPIR SEMUA sistem pengolahan data!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F97316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6B6D4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13: Searching dan Sorting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14: Rekursi dan Struct!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13</dc:title>
  <dc:subject>PptxGenJS Presentation</dc:subject>
  <dc:creator>PptxGenJS</dc:creator>
  <cp:lastModifiedBy>PptxGenJS</cp:lastModifiedBy>
  <cp:revision>1</cp:revision>
  <dcterms:created xsi:type="dcterms:W3CDTF">2026-08-31T23:00:16Z</dcterms:created>
  <dcterms:modified xsi:type="dcterms:W3CDTF">2026-08-31T23:00:16Z</dcterms:modified>
</cp:coreProperties>
</file>